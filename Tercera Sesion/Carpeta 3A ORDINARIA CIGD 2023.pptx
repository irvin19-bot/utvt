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  <p:sldMasterId id="2147483744" r:id="rId2"/>
    <p:sldMasterId id="2147483768" r:id="rId3"/>
    <p:sldMasterId id="2147483804" r:id="rId4"/>
  </p:sldMasterIdLst>
  <p:notesMasterIdLst>
    <p:notesMasterId r:id="rId18"/>
  </p:notesMasterIdLst>
  <p:handoutMasterIdLst>
    <p:handoutMasterId r:id="rId19"/>
  </p:handoutMasterIdLst>
  <p:sldIdLst>
    <p:sldId id="288" r:id="rId5"/>
    <p:sldId id="308" r:id="rId6"/>
    <p:sldId id="291" r:id="rId7"/>
    <p:sldId id="305" r:id="rId8"/>
    <p:sldId id="340" r:id="rId9"/>
    <p:sldId id="350" r:id="rId10"/>
    <p:sldId id="348" r:id="rId11"/>
    <p:sldId id="349" r:id="rId12"/>
    <p:sldId id="332" r:id="rId13"/>
    <p:sldId id="347" r:id="rId14"/>
    <p:sldId id="336" r:id="rId15"/>
    <p:sldId id="341" r:id="rId16"/>
    <p:sldId id="345" r:id="rId17"/>
  </p:sldIdLst>
  <p:sldSz cx="9144000" cy="6858000" type="screen4x3"/>
  <p:notesSz cx="6881813" cy="92964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 userDrawn="1">
          <p15:clr>
            <a:srgbClr val="A4A3A4"/>
          </p15:clr>
        </p15:guide>
        <p15:guide id="2" pos="216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E3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5850" autoAdjust="0"/>
  </p:normalViewPr>
  <p:slideViewPr>
    <p:cSldViewPr snapToGrid="0" snapToObjects="1">
      <p:cViewPr varScale="1">
        <p:scale>
          <a:sx n="122" d="100"/>
          <a:sy n="122" d="100"/>
        </p:scale>
        <p:origin x="2560" y="208"/>
      </p:cViewPr>
      <p:guideLst>
        <p:guide orient="horz" pos="218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76" d="100"/>
          <a:sy n="76" d="100"/>
        </p:scale>
        <p:origin x="-2112" y="-84"/>
      </p:cViewPr>
      <p:guideLst>
        <p:guide orient="horz" pos="2929"/>
        <p:guide pos="216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Uriel Molina Villegas" userId="91efb23c-aae3-4430-bfb4-fb9cc39a5a78" providerId="ADAL" clId="{6EBC4E0F-0486-CD49-8581-7B54E8EEC696}"/>
    <pc:docChg chg="custSel addSld delSld modSld sldOrd">
      <pc:chgData name="Carlos Uriel Molina Villegas" userId="91efb23c-aae3-4430-bfb4-fb9cc39a5a78" providerId="ADAL" clId="{6EBC4E0F-0486-CD49-8581-7B54E8EEC696}" dt="2022-01-26T16:57:29.565" v="63" actId="18331"/>
      <pc:docMkLst>
        <pc:docMk/>
      </pc:docMkLst>
      <pc:sldChg chg="del">
        <pc:chgData name="Carlos Uriel Molina Villegas" userId="91efb23c-aae3-4430-bfb4-fb9cc39a5a78" providerId="ADAL" clId="{6EBC4E0F-0486-CD49-8581-7B54E8EEC696}" dt="2022-01-26T16:48:46.832" v="2" actId="2696"/>
        <pc:sldMkLst>
          <pc:docMk/>
          <pc:sldMk cId="3041373676" sldId="338"/>
        </pc:sldMkLst>
      </pc:sldChg>
      <pc:sldChg chg="addSp delSp modSp mod ord">
        <pc:chgData name="Carlos Uriel Molina Villegas" userId="91efb23c-aae3-4430-bfb4-fb9cc39a5a78" providerId="ADAL" clId="{6EBC4E0F-0486-CD49-8581-7B54E8EEC696}" dt="2022-01-26T16:52:01.984" v="24" actId="1076"/>
        <pc:sldMkLst>
          <pc:docMk/>
          <pc:sldMk cId="1078719030" sldId="341"/>
        </pc:sldMkLst>
        <pc:spChg chg="mod">
          <ac:chgData name="Carlos Uriel Molina Villegas" userId="91efb23c-aae3-4430-bfb4-fb9cc39a5a78" providerId="ADAL" clId="{6EBC4E0F-0486-CD49-8581-7B54E8EEC696}" dt="2022-01-26T16:48:50.980" v="4" actId="20577"/>
          <ac:spMkLst>
            <pc:docMk/>
            <pc:sldMk cId="1078719030" sldId="341"/>
            <ac:spMk id="4" creationId="{C1FBA87C-D3CB-3742-8245-14A2333A785E}"/>
          </ac:spMkLst>
        </pc:spChg>
        <pc:picChg chg="add mod">
          <ac:chgData name="Carlos Uriel Molina Villegas" userId="91efb23c-aae3-4430-bfb4-fb9cc39a5a78" providerId="ADAL" clId="{6EBC4E0F-0486-CD49-8581-7B54E8EEC696}" dt="2022-01-26T16:51:26.523" v="16" actId="1076"/>
          <ac:picMkLst>
            <pc:docMk/>
            <pc:sldMk cId="1078719030" sldId="341"/>
            <ac:picMk id="3" creationId="{1167FEC7-EC99-534E-91EE-9E4D0F9EEEEF}"/>
          </ac:picMkLst>
        </pc:picChg>
        <pc:picChg chg="del">
          <ac:chgData name="Carlos Uriel Molina Villegas" userId="91efb23c-aae3-4430-bfb4-fb9cc39a5a78" providerId="ADAL" clId="{6EBC4E0F-0486-CD49-8581-7B54E8EEC696}" dt="2022-01-26T16:51:22.318" v="15" actId="478"/>
          <ac:picMkLst>
            <pc:docMk/>
            <pc:sldMk cId="1078719030" sldId="341"/>
            <ac:picMk id="5" creationId="{7FBBF892-84E1-8644-893F-90BBCED58BF1}"/>
          </ac:picMkLst>
        </pc:picChg>
        <pc:picChg chg="add mod">
          <ac:chgData name="Carlos Uriel Molina Villegas" userId="91efb23c-aae3-4430-bfb4-fb9cc39a5a78" providerId="ADAL" clId="{6EBC4E0F-0486-CD49-8581-7B54E8EEC696}" dt="2022-01-26T16:52:01.984" v="24" actId="1076"/>
          <ac:picMkLst>
            <pc:docMk/>
            <pc:sldMk cId="1078719030" sldId="341"/>
            <ac:picMk id="7" creationId="{955B2970-4320-074C-824B-B4684210CBF2}"/>
          </ac:picMkLst>
        </pc:picChg>
        <pc:picChg chg="del">
          <ac:chgData name="Carlos Uriel Molina Villegas" userId="91efb23c-aae3-4430-bfb4-fb9cc39a5a78" providerId="ADAL" clId="{6EBC4E0F-0486-CD49-8581-7B54E8EEC696}" dt="2022-01-26T16:51:58.436" v="23" actId="478"/>
          <ac:picMkLst>
            <pc:docMk/>
            <pc:sldMk cId="1078719030" sldId="341"/>
            <ac:picMk id="8" creationId="{85A7ECF2-D506-D448-9BC9-AADCAD7D7ACA}"/>
          </ac:picMkLst>
        </pc:picChg>
      </pc:sldChg>
      <pc:sldChg chg="add">
        <pc:chgData name="Carlos Uriel Molina Villegas" userId="91efb23c-aae3-4430-bfb4-fb9cc39a5a78" providerId="ADAL" clId="{6EBC4E0F-0486-CD49-8581-7B54E8EEC696}" dt="2022-01-26T16:48:34.781" v="0" actId="2890"/>
        <pc:sldMkLst>
          <pc:docMk/>
          <pc:sldMk cId="4133932336" sldId="343"/>
        </pc:sldMkLst>
      </pc:sldChg>
      <pc:sldChg chg="addSp delSp modSp add mod">
        <pc:chgData name="Carlos Uriel Molina Villegas" userId="91efb23c-aae3-4430-bfb4-fb9cc39a5a78" providerId="ADAL" clId="{6EBC4E0F-0486-CD49-8581-7B54E8EEC696}" dt="2022-01-26T16:54:39.970" v="41" actId="208"/>
        <pc:sldMkLst>
          <pc:docMk/>
          <pc:sldMk cId="3894031875" sldId="344"/>
        </pc:sldMkLst>
        <pc:picChg chg="del">
          <ac:chgData name="Carlos Uriel Molina Villegas" userId="91efb23c-aae3-4430-bfb4-fb9cc39a5a78" providerId="ADAL" clId="{6EBC4E0F-0486-CD49-8581-7B54E8EEC696}" dt="2022-01-26T16:52:47.277" v="31" actId="478"/>
          <ac:picMkLst>
            <pc:docMk/>
            <pc:sldMk cId="3894031875" sldId="344"/>
            <ac:picMk id="3" creationId="{1167FEC7-EC99-534E-91EE-9E4D0F9EEEEF}"/>
          </ac:picMkLst>
        </pc:picChg>
        <pc:picChg chg="add mod">
          <ac:chgData name="Carlos Uriel Molina Villegas" userId="91efb23c-aae3-4430-bfb4-fb9cc39a5a78" providerId="ADAL" clId="{6EBC4E0F-0486-CD49-8581-7B54E8EEC696}" dt="2022-01-26T16:53:56.083" v="33" actId="208"/>
          <ac:picMkLst>
            <pc:docMk/>
            <pc:sldMk cId="3894031875" sldId="344"/>
            <ac:picMk id="5" creationId="{984172A4-EB86-2943-8142-CB8CC352F804}"/>
          </ac:picMkLst>
        </pc:picChg>
        <pc:picChg chg="del">
          <ac:chgData name="Carlos Uriel Molina Villegas" userId="91efb23c-aae3-4430-bfb4-fb9cc39a5a78" providerId="ADAL" clId="{6EBC4E0F-0486-CD49-8581-7B54E8EEC696}" dt="2022-01-26T16:54:35.125" v="39" actId="478"/>
          <ac:picMkLst>
            <pc:docMk/>
            <pc:sldMk cId="3894031875" sldId="344"/>
            <ac:picMk id="7" creationId="{955B2970-4320-074C-824B-B4684210CBF2}"/>
          </ac:picMkLst>
        </pc:picChg>
        <pc:picChg chg="add mod">
          <ac:chgData name="Carlos Uriel Molina Villegas" userId="91efb23c-aae3-4430-bfb4-fb9cc39a5a78" providerId="ADAL" clId="{6EBC4E0F-0486-CD49-8581-7B54E8EEC696}" dt="2022-01-26T16:54:39.970" v="41" actId="208"/>
          <ac:picMkLst>
            <pc:docMk/>
            <pc:sldMk cId="3894031875" sldId="344"/>
            <ac:picMk id="8" creationId="{25707F66-D70C-F94D-A37A-9DC4057263BC}"/>
          </ac:picMkLst>
        </pc:picChg>
      </pc:sldChg>
      <pc:sldChg chg="addSp delSp modSp add mod">
        <pc:chgData name="Carlos Uriel Molina Villegas" userId="91efb23c-aae3-4430-bfb4-fb9cc39a5a78" providerId="ADAL" clId="{6EBC4E0F-0486-CD49-8581-7B54E8EEC696}" dt="2022-01-26T16:57:29.565" v="63" actId="18331"/>
        <pc:sldMkLst>
          <pc:docMk/>
          <pc:sldMk cId="3397314772" sldId="345"/>
        </pc:sldMkLst>
        <pc:picChg chg="add mod">
          <ac:chgData name="Carlos Uriel Molina Villegas" userId="91efb23c-aae3-4430-bfb4-fb9cc39a5a78" providerId="ADAL" clId="{6EBC4E0F-0486-CD49-8581-7B54E8EEC696}" dt="2022-01-26T16:57:29.565" v="63" actId="18331"/>
          <ac:picMkLst>
            <pc:docMk/>
            <pc:sldMk cId="3397314772" sldId="345"/>
            <ac:picMk id="3" creationId="{D2727C10-45FF-7C47-9704-80B6EBCDA002}"/>
          </ac:picMkLst>
        </pc:picChg>
        <pc:picChg chg="del mod">
          <ac:chgData name="Carlos Uriel Molina Villegas" userId="91efb23c-aae3-4430-bfb4-fb9cc39a5a78" providerId="ADAL" clId="{6EBC4E0F-0486-CD49-8581-7B54E8EEC696}" dt="2022-01-26T16:55:48.573" v="50" actId="478"/>
          <ac:picMkLst>
            <pc:docMk/>
            <pc:sldMk cId="3397314772" sldId="345"/>
            <ac:picMk id="5" creationId="{984172A4-EB86-2943-8142-CB8CC352F804}"/>
          </ac:picMkLst>
        </pc:picChg>
        <pc:picChg chg="add mod">
          <ac:chgData name="Carlos Uriel Molina Villegas" userId="91efb23c-aae3-4430-bfb4-fb9cc39a5a78" providerId="ADAL" clId="{6EBC4E0F-0486-CD49-8581-7B54E8EEC696}" dt="2022-01-26T16:57:05.157" v="62" actId="1076"/>
          <ac:picMkLst>
            <pc:docMk/>
            <pc:sldMk cId="3397314772" sldId="345"/>
            <ac:picMk id="7" creationId="{691DD13B-0C20-3142-927D-26180EE488DB}"/>
          </ac:picMkLst>
        </pc:picChg>
        <pc:picChg chg="del">
          <ac:chgData name="Carlos Uriel Molina Villegas" userId="91efb23c-aae3-4430-bfb4-fb9cc39a5a78" providerId="ADAL" clId="{6EBC4E0F-0486-CD49-8581-7B54E8EEC696}" dt="2022-01-26T16:54:55.001" v="43" actId="478"/>
          <ac:picMkLst>
            <pc:docMk/>
            <pc:sldMk cId="3397314772" sldId="345"/>
            <ac:picMk id="8" creationId="{25707F66-D70C-F94D-A37A-9DC4057263BC}"/>
          </ac:picMkLst>
        </pc:picChg>
      </pc:sldChg>
    </pc:docChg>
  </pc:docChgLst>
  <pc:docChgLst>
    <pc:chgData name="Carlos Uriel Molina Villegas" userId="91efb23c-aae3-4430-bfb4-fb9cc39a5a78" providerId="ADAL" clId="{7E1E2A21-7316-2C46-B501-29024A91390F}"/>
    <pc:docChg chg="modSld">
      <pc:chgData name="Carlos Uriel Molina Villegas" userId="91efb23c-aae3-4430-bfb4-fb9cc39a5a78" providerId="ADAL" clId="{7E1E2A21-7316-2C46-B501-29024A91390F}" dt="2023-07-07T21:44:49.399" v="61" actId="20577"/>
      <pc:docMkLst>
        <pc:docMk/>
      </pc:docMkLst>
      <pc:sldChg chg="modSp mod">
        <pc:chgData name="Carlos Uriel Molina Villegas" userId="91efb23c-aae3-4430-bfb4-fb9cc39a5a78" providerId="ADAL" clId="{7E1E2A21-7316-2C46-B501-29024A91390F}" dt="2023-07-07T21:39:56.913" v="1" actId="20577"/>
        <pc:sldMkLst>
          <pc:docMk/>
          <pc:sldMk cId="4041946575" sldId="288"/>
        </pc:sldMkLst>
        <pc:spChg chg="mod">
          <ac:chgData name="Carlos Uriel Molina Villegas" userId="91efb23c-aae3-4430-bfb4-fb9cc39a5a78" providerId="ADAL" clId="{7E1E2A21-7316-2C46-B501-29024A91390F}" dt="2023-07-07T21:39:56.913" v="1" actId="20577"/>
          <ac:spMkLst>
            <pc:docMk/>
            <pc:sldMk cId="4041946575" sldId="288"/>
            <ac:spMk id="6" creationId="{24779E1E-28B7-4E5E-B317-DB41B0C440CC}"/>
          </ac:spMkLst>
        </pc:spChg>
      </pc:sldChg>
      <pc:sldChg chg="modSp mod">
        <pc:chgData name="Carlos Uriel Molina Villegas" userId="91efb23c-aae3-4430-bfb4-fb9cc39a5a78" providerId="ADAL" clId="{7E1E2A21-7316-2C46-B501-29024A91390F}" dt="2023-07-07T21:42:17.913" v="57" actId="20577"/>
        <pc:sldMkLst>
          <pc:docMk/>
          <pc:sldMk cId="939850663" sldId="291"/>
        </pc:sldMkLst>
        <pc:spChg chg="mod">
          <ac:chgData name="Carlos Uriel Molina Villegas" userId="91efb23c-aae3-4430-bfb4-fb9cc39a5a78" providerId="ADAL" clId="{7E1E2A21-7316-2C46-B501-29024A91390F}" dt="2023-07-07T21:42:17.913" v="57" actId="20577"/>
          <ac:spMkLst>
            <pc:docMk/>
            <pc:sldMk cId="939850663" sldId="291"/>
            <ac:spMk id="5" creationId="{00000000-0000-0000-0000-000000000000}"/>
          </ac:spMkLst>
        </pc:spChg>
      </pc:sldChg>
      <pc:sldChg chg="modSp mod">
        <pc:chgData name="Carlos Uriel Molina Villegas" userId="91efb23c-aae3-4430-bfb4-fb9cc39a5a78" providerId="ADAL" clId="{7E1E2A21-7316-2C46-B501-29024A91390F}" dt="2023-07-07T21:42:03.136" v="53" actId="20577"/>
        <pc:sldMkLst>
          <pc:docMk/>
          <pc:sldMk cId="2780589437" sldId="308"/>
        </pc:sldMkLst>
        <pc:graphicFrameChg chg="modGraphic">
          <ac:chgData name="Carlos Uriel Molina Villegas" userId="91efb23c-aae3-4430-bfb4-fb9cc39a5a78" providerId="ADAL" clId="{7E1E2A21-7316-2C46-B501-29024A91390F}" dt="2023-07-07T21:42:03.136" v="53" actId="20577"/>
          <ac:graphicFrameMkLst>
            <pc:docMk/>
            <pc:sldMk cId="2780589437" sldId="308"/>
            <ac:graphicFrameMk id="6" creationId="{E85FE28C-CDF9-DC41-9DF1-F92D52165998}"/>
          </ac:graphicFrameMkLst>
        </pc:graphicFrameChg>
      </pc:sldChg>
      <pc:sldChg chg="modSp mod">
        <pc:chgData name="Carlos Uriel Molina Villegas" userId="91efb23c-aae3-4430-bfb4-fb9cc39a5a78" providerId="ADAL" clId="{7E1E2A21-7316-2C46-B501-29024A91390F}" dt="2023-07-07T21:44:49.399" v="61" actId="20577"/>
        <pc:sldMkLst>
          <pc:docMk/>
          <pc:sldMk cId="2320414780" sldId="340"/>
        </pc:sldMkLst>
        <pc:spChg chg="mod">
          <ac:chgData name="Carlos Uriel Molina Villegas" userId="91efb23c-aae3-4430-bfb4-fb9cc39a5a78" providerId="ADAL" clId="{7E1E2A21-7316-2C46-B501-29024A91390F}" dt="2023-07-07T21:44:46.564" v="59" actId="20577"/>
          <ac:spMkLst>
            <pc:docMk/>
            <pc:sldMk cId="2320414780" sldId="340"/>
            <ac:spMk id="2" creationId="{41EF84D5-14A8-DF4E-A6C6-FBE4DF334F4A}"/>
          </ac:spMkLst>
        </pc:spChg>
        <pc:spChg chg="mod">
          <ac:chgData name="Carlos Uriel Molina Villegas" userId="91efb23c-aae3-4430-bfb4-fb9cc39a5a78" providerId="ADAL" clId="{7E1E2A21-7316-2C46-B501-29024A91390F}" dt="2023-07-07T21:44:49.399" v="61" actId="20577"/>
          <ac:spMkLst>
            <pc:docMk/>
            <pc:sldMk cId="2320414780" sldId="340"/>
            <ac:spMk id="8" creationId="{00000000-0000-0000-0000-000000000000}"/>
          </ac:spMkLst>
        </pc:spChg>
      </pc:sldChg>
    </pc:docChg>
  </pc:docChgLst>
  <pc:docChgLst>
    <pc:chgData name="Carlos Uriel Molina Villegas" userId="91efb23c-aae3-4430-bfb4-fb9cc39a5a78" providerId="ADAL" clId="{5791D791-CC3D-0149-A238-4535F4AC4E51}"/>
    <pc:docChg chg="undo custSel addSld delSld modSld">
      <pc:chgData name="Carlos Uriel Molina Villegas" userId="91efb23c-aae3-4430-bfb4-fb9cc39a5a78" providerId="ADAL" clId="{5791D791-CC3D-0149-A238-4535F4AC4E51}" dt="2022-08-09T19:40:24.774" v="919" actId="680"/>
      <pc:docMkLst>
        <pc:docMk/>
      </pc:docMkLst>
      <pc:sldChg chg="modSp mod">
        <pc:chgData name="Carlos Uriel Molina Villegas" userId="91efb23c-aae3-4430-bfb4-fb9cc39a5a78" providerId="ADAL" clId="{5791D791-CC3D-0149-A238-4535F4AC4E51}" dt="2022-07-12T16:19:56.260" v="170" actId="20577"/>
        <pc:sldMkLst>
          <pc:docMk/>
          <pc:sldMk cId="4041946575" sldId="288"/>
        </pc:sldMkLst>
        <pc:spChg chg="mod">
          <ac:chgData name="Carlos Uriel Molina Villegas" userId="91efb23c-aae3-4430-bfb4-fb9cc39a5a78" providerId="ADAL" clId="{5791D791-CC3D-0149-A238-4535F4AC4E51}" dt="2022-07-12T16:17:47.268" v="6" actId="20577"/>
          <ac:spMkLst>
            <pc:docMk/>
            <pc:sldMk cId="4041946575" sldId="288"/>
            <ac:spMk id="2" creationId="{00000000-0000-0000-0000-000000000000}"/>
          </ac:spMkLst>
        </pc:spChg>
        <pc:spChg chg="mod">
          <ac:chgData name="Carlos Uriel Molina Villegas" userId="91efb23c-aae3-4430-bfb4-fb9cc39a5a78" providerId="ADAL" clId="{5791D791-CC3D-0149-A238-4535F4AC4E51}" dt="2022-07-12T16:19:56.260" v="170" actId="20577"/>
          <ac:spMkLst>
            <pc:docMk/>
            <pc:sldMk cId="4041946575" sldId="288"/>
            <ac:spMk id="6" creationId="{24779E1E-28B7-4E5E-B317-DB41B0C440CC}"/>
          </ac:spMkLst>
        </pc:spChg>
      </pc:sldChg>
      <pc:sldChg chg="modSp mod">
        <pc:chgData name="Carlos Uriel Molina Villegas" userId="91efb23c-aae3-4430-bfb4-fb9cc39a5a78" providerId="ADAL" clId="{5791D791-CC3D-0149-A238-4535F4AC4E51}" dt="2022-07-12T23:06:47.564" v="359" actId="20577"/>
        <pc:sldMkLst>
          <pc:docMk/>
          <pc:sldMk cId="939850663" sldId="291"/>
        </pc:sldMkLst>
        <pc:spChg chg="mod">
          <ac:chgData name="Carlos Uriel Molina Villegas" userId="91efb23c-aae3-4430-bfb4-fb9cc39a5a78" providerId="ADAL" clId="{5791D791-CC3D-0149-A238-4535F4AC4E51}" dt="2022-07-12T23:06:47.564" v="359" actId="20577"/>
          <ac:spMkLst>
            <pc:docMk/>
            <pc:sldMk cId="939850663" sldId="291"/>
            <ac:spMk id="5" creationId="{00000000-0000-0000-0000-000000000000}"/>
          </ac:spMkLst>
        </pc:spChg>
      </pc:sldChg>
      <pc:sldChg chg="modSp mod">
        <pc:chgData name="Carlos Uriel Molina Villegas" userId="91efb23c-aae3-4430-bfb4-fb9cc39a5a78" providerId="ADAL" clId="{5791D791-CC3D-0149-A238-4535F4AC4E51}" dt="2022-07-12T16:19:34.099" v="164" actId="20577"/>
        <pc:sldMkLst>
          <pc:docMk/>
          <pc:sldMk cId="431587095" sldId="305"/>
        </pc:sldMkLst>
        <pc:spChg chg="mod">
          <ac:chgData name="Carlos Uriel Molina Villegas" userId="91efb23c-aae3-4430-bfb4-fb9cc39a5a78" providerId="ADAL" clId="{5791D791-CC3D-0149-A238-4535F4AC4E51}" dt="2022-07-12T16:19:34.099" v="164" actId="20577"/>
          <ac:spMkLst>
            <pc:docMk/>
            <pc:sldMk cId="431587095" sldId="305"/>
            <ac:spMk id="2" creationId="{41EF84D5-14A8-DF4E-A6C6-FBE4DF334F4A}"/>
          </ac:spMkLst>
        </pc:spChg>
      </pc:sldChg>
      <pc:sldChg chg="modSp mod">
        <pc:chgData name="Carlos Uriel Molina Villegas" userId="91efb23c-aae3-4430-bfb4-fb9cc39a5a78" providerId="ADAL" clId="{5791D791-CC3D-0149-A238-4535F4AC4E51}" dt="2022-07-13T15:38:08.569" v="420" actId="1076"/>
        <pc:sldMkLst>
          <pc:docMk/>
          <pc:sldMk cId="2780589437" sldId="308"/>
        </pc:sldMkLst>
        <pc:graphicFrameChg chg="mod modGraphic">
          <ac:chgData name="Carlos Uriel Molina Villegas" userId="91efb23c-aae3-4430-bfb4-fb9cc39a5a78" providerId="ADAL" clId="{5791D791-CC3D-0149-A238-4535F4AC4E51}" dt="2022-07-13T15:38:08.569" v="420" actId="1076"/>
          <ac:graphicFrameMkLst>
            <pc:docMk/>
            <pc:sldMk cId="2780589437" sldId="308"/>
            <ac:graphicFrameMk id="6" creationId="{E85FE28C-CDF9-DC41-9DF1-F92D52165998}"/>
          </ac:graphicFrameMkLst>
        </pc:graphicFrameChg>
      </pc:sldChg>
      <pc:sldChg chg="del">
        <pc:chgData name="Carlos Uriel Molina Villegas" userId="91efb23c-aae3-4430-bfb4-fb9cc39a5a78" providerId="ADAL" clId="{5791D791-CC3D-0149-A238-4535F4AC4E51}" dt="2022-07-12T23:06:00.125" v="343" actId="2696"/>
        <pc:sldMkLst>
          <pc:docMk/>
          <pc:sldMk cId="2878299822" sldId="337"/>
        </pc:sldMkLst>
      </pc:sldChg>
      <pc:sldChg chg="addSp delSp modSp mod">
        <pc:chgData name="Carlos Uriel Molina Villegas" userId="91efb23c-aae3-4430-bfb4-fb9cc39a5a78" providerId="ADAL" clId="{5791D791-CC3D-0149-A238-4535F4AC4E51}" dt="2022-07-12T19:05:44.118" v="215" actId="20577"/>
        <pc:sldMkLst>
          <pc:docMk/>
          <pc:sldMk cId="2320414780" sldId="340"/>
        </pc:sldMkLst>
        <pc:spChg chg="mod">
          <ac:chgData name="Carlos Uriel Molina Villegas" userId="91efb23c-aae3-4430-bfb4-fb9cc39a5a78" providerId="ADAL" clId="{5791D791-CC3D-0149-A238-4535F4AC4E51}" dt="2022-07-12T19:05:44.118" v="215" actId="20577"/>
          <ac:spMkLst>
            <pc:docMk/>
            <pc:sldMk cId="2320414780" sldId="340"/>
            <ac:spMk id="2" creationId="{41EF84D5-14A8-DF4E-A6C6-FBE4DF334F4A}"/>
          </ac:spMkLst>
        </pc:spChg>
        <pc:spChg chg="del">
          <ac:chgData name="Carlos Uriel Molina Villegas" userId="91efb23c-aae3-4430-bfb4-fb9cc39a5a78" providerId="ADAL" clId="{5791D791-CC3D-0149-A238-4535F4AC4E51}" dt="2022-07-12T19:04:12.155" v="200" actId="478"/>
          <ac:spMkLst>
            <pc:docMk/>
            <pc:sldMk cId="2320414780" sldId="340"/>
            <ac:spMk id="5" creationId="{9D44F4D3-2DC2-4DF6-AB65-ACF2C24BFF85}"/>
          </ac:spMkLst>
        </pc:spChg>
        <pc:spChg chg="mod">
          <ac:chgData name="Carlos Uriel Molina Villegas" userId="91efb23c-aae3-4430-bfb4-fb9cc39a5a78" providerId="ADAL" clId="{5791D791-CC3D-0149-A238-4535F4AC4E51}" dt="2022-07-12T16:20:12.528" v="179" actId="20577"/>
          <ac:spMkLst>
            <pc:docMk/>
            <pc:sldMk cId="2320414780" sldId="340"/>
            <ac:spMk id="8" creationId="{00000000-0000-0000-0000-000000000000}"/>
          </ac:spMkLst>
        </pc:spChg>
        <pc:graphicFrameChg chg="add mod modGraphic">
          <ac:chgData name="Carlos Uriel Molina Villegas" userId="91efb23c-aae3-4430-bfb4-fb9cc39a5a78" providerId="ADAL" clId="{5791D791-CC3D-0149-A238-4535F4AC4E51}" dt="2022-07-12T19:05:10.544" v="210" actId="404"/>
          <ac:graphicFrameMkLst>
            <pc:docMk/>
            <pc:sldMk cId="2320414780" sldId="340"/>
            <ac:graphicFrameMk id="3" creationId="{29AF9951-F18A-D142-94A0-6039928C5B5C}"/>
          </ac:graphicFrameMkLst>
        </pc:graphicFrameChg>
      </pc:sldChg>
      <pc:sldChg chg="modSp">
        <pc:chgData name="Carlos Uriel Molina Villegas" userId="91efb23c-aae3-4430-bfb4-fb9cc39a5a78" providerId="ADAL" clId="{5791D791-CC3D-0149-A238-4535F4AC4E51}" dt="2022-07-12T23:05:35.402" v="340" actId="14826"/>
        <pc:sldMkLst>
          <pc:docMk/>
          <pc:sldMk cId="1078719030" sldId="341"/>
        </pc:sldMkLst>
        <pc:picChg chg="mod">
          <ac:chgData name="Carlos Uriel Molina Villegas" userId="91efb23c-aae3-4430-bfb4-fb9cc39a5a78" providerId="ADAL" clId="{5791D791-CC3D-0149-A238-4535F4AC4E51}" dt="2022-07-12T23:05:26.268" v="339" actId="14826"/>
          <ac:picMkLst>
            <pc:docMk/>
            <pc:sldMk cId="1078719030" sldId="341"/>
            <ac:picMk id="5" creationId="{FA898DDF-2FDC-9A10-75A6-8F9FEB73ABA9}"/>
          </ac:picMkLst>
        </pc:picChg>
        <pc:picChg chg="mod">
          <ac:chgData name="Carlos Uriel Molina Villegas" userId="91efb23c-aae3-4430-bfb4-fb9cc39a5a78" providerId="ADAL" clId="{5791D791-CC3D-0149-A238-4535F4AC4E51}" dt="2022-07-12T23:05:35.402" v="340" actId="14826"/>
          <ac:picMkLst>
            <pc:docMk/>
            <pc:sldMk cId="1078719030" sldId="341"/>
            <ac:picMk id="7" creationId="{955B2970-4320-074C-824B-B4684210CBF2}"/>
          </ac:picMkLst>
        </pc:picChg>
      </pc:sldChg>
      <pc:sldChg chg="add del">
        <pc:chgData name="Carlos Uriel Molina Villegas" userId="91efb23c-aae3-4430-bfb4-fb9cc39a5a78" providerId="ADAL" clId="{5791D791-CC3D-0149-A238-4535F4AC4E51}" dt="2022-07-13T16:02:28.376" v="917" actId="2696"/>
        <pc:sldMkLst>
          <pc:docMk/>
          <pc:sldMk cId="4133932336" sldId="343"/>
        </pc:sldMkLst>
      </pc:sldChg>
      <pc:sldChg chg="del">
        <pc:chgData name="Carlos Uriel Molina Villegas" userId="91efb23c-aae3-4430-bfb4-fb9cc39a5a78" providerId="ADAL" clId="{5791D791-CC3D-0149-A238-4535F4AC4E51}" dt="2022-07-12T23:05:42.451" v="341" actId="2696"/>
        <pc:sldMkLst>
          <pc:docMk/>
          <pc:sldMk cId="3894031875" sldId="344"/>
        </pc:sldMkLst>
      </pc:sldChg>
      <pc:sldChg chg="modSp">
        <pc:chgData name="Carlos Uriel Molina Villegas" userId="91efb23c-aae3-4430-bfb4-fb9cc39a5a78" providerId="ADAL" clId="{5791D791-CC3D-0149-A238-4535F4AC4E51}" dt="2022-07-12T23:05:57.005" v="342" actId="14826"/>
        <pc:sldMkLst>
          <pc:docMk/>
          <pc:sldMk cId="3397314772" sldId="345"/>
        </pc:sldMkLst>
        <pc:picChg chg="mod">
          <ac:chgData name="Carlos Uriel Molina Villegas" userId="91efb23c-aae3-4430-bfb4-fb9cc39a5a78" providerId="ADAL" clId="{5791D791-CC3D-0149-A238-4535F4AC4E51}" dt="2022-07-12T23:05:57.005" v="342" actId="14826"/>
          <ac:picMkLst>
            <pc:docMk/>
            <pc:sldMk cId="3397314772" sldId="345"/>
            <ac:picMk id="3" creationId="{D2727C10-45FF-7C47-9704-80B6EBCDA002}"/>
          </ac:picMkLst>
        </pc:picChg>
      </pc:sldChg>
      <pc:sldChg chg="del">
        <pc:chgData name="Carlos Uriel Molina Villegas" userId="91efb23c-aae3-4430-bfb4-fb9cc39a5a78" providerId="ADAL" clId="{5791D791-CC3D-0149-A238-4535F4AC4E51}" dt="2022-07-12T16:19:49.384" v="165" actId="2696"/>
        <pc:sldMkLst>
          <pc:docMk/>
          <pc:sldMk cId="3570401034" sldId="346"/>
        </pc:sldMkLst>
      </pc:sldChg>
      <pc:sldChg chg="modSp mod">
        <pc:chgData name="Carlos Uriel Molina Villegas" userId="91efb23c-aae3-4430-bfb4-fb9cc39a5a78" providerId="ADAL" clId="{5791D791-CC3D-0149-A238-4535F4AC4E51}" dt="2022-07-12T19:05:57.750" v="217" actId="20577"/>
        <pc:sldMkLst>
          <pc:docMk/>
          <pc:sldMk cId="3998258929" sldId="347"/>
        </pc:sldMkLst>
        <pc:spChg chg="mod">
          <ac:chgData name="Carlos Uriel Molina Villegas" userId="91efb23c-aae3-4430-bfb4-fb9cc39a5a78" providerId="ADAL" clId="{5791D791-CC3D-0149-A238-4535F4AC4E51}" dt="2022-07-12T19:05:57.750" v="217" actId="20577"/>
          <ac:spMkLst>
            <pc:docMk/>
            <pc:sldMk cId="3998258929" sldId="347"/>
            <ac:spMk id="2" creationId="{41EF84D5-14A8-DF4E-A6C6-FBE4DF334F4A}"/>
          </ac:spMkLst>
        </pc:spChg>
      </pc:sldChg>
      <pc:sldChg chg="addSp delSp modSp add mod">
        <pc:chgData name="Carlos Uriel Molina Villegas" userId="91efb23c-aae3-4430-bfb4-fb9cc39a5a78" providerId="ADAL" clId="{5791D791-CC3D-0149-A238-4535F4AC4E51}" dt="2022-07-13T15:39:59.260" v="438" actId="20577"/>
        <pc:sldMkLst>
          <pc:docMk/>
          <pc:sldMk cId="1219893577" sldId="348"/>
        </pc:sldMkLst>
        <pc:spChg chg="mod">
          <ac:chgData name="Carlos Uriel Molina Villegas" userId="91efb23c-aae3-4430-bfb4-fb9cc39a5a78" providerId="ADAL" clId="{5791D791-CC3D-0149-A238-4535F4AC4E51}" dt="2022-07-13T15:39:59.260" v="438" actId="20577"/>
          <ac:spMkLst>
            <pc:docMk/>
            <pc:sldMk cId="1219893577" sldId="348"/>
            <ac:spMk id="2" creationId="{41EF84D5-14A8-DF4E-A6C6-FBE4DF334F4A}"/>
          </ac:spMkLst>
        </pc:spChg>
        <pc:spChg chg="add del mod">
          <ac:chgData name="Carlos Uriel Molina Villegas" userId="91efb23c-aae3-4430-bfb4-fb9cc39a5a78" providerId="ADAL" clId="{5791D791-CC3D-0149-A238-4535F4AC4E51}" dt="2022-07-12T23:01:09.514" v="315"/>
          <ac:spMkLst>
            <pc:docMk/>
            <pc:sldMk cId="1219893577" sldId="348"/>
            <ac:spMk id="4" creationId="{75D412B0-603F-BDA6-724D-453A2B5C4834}"/>
          </ac:spMkLst>
        </pc:spChg>
        <pc:spChg chg="add del mod">
          <ac:chgData name="Carlos Uriel Molina Villegas" userId="91efb23c-aae3-4430-bfb4-fb9cc39a5a78" providerId="ADAL" clId="{5791D791-CC3D-0149-A238-4535F4AC4E51}" dt="2022-07-12T23:01:17.867" v="319"/>
          <ac:spMkLst>
            <pc:docMk/>
            <pc:sldMk cId="1219893577" sldId="348"/>
            <ac:spMk id="5" creationId="{E22FEFBB-629F-E4EB-AC6C-AAFB7DEE04B6}"/>
          </ac:spMkLst>
        </pc:spChg>
        <pc:spChg chg="mod">
          <ac:chgData name="Carlos Uriel Molina Villegas" userId="91efb23c-aae3-4430-bfb4-fb9cc39a5a78" providerId="ADAL" clId="{5791D791-CC3D-0149-A238-4535F4AC4E51}" dt="2022-07-12T22:54:01.116" v="264" actId="20577"/>
          <ac:spMkLst>
            <pc:docMk/>
            <pc:sldMk cId="1219893577" sldId="348"/>
            <ac:spMk id="8" creationId="{00000000-0000-0000-0000-000000000000}"/>
          </ac:spMkLst>
        </pc:spChg>
        <pc:graphicFrameChg chg="del">
          <ac:chgData name="Carlos Uriel Molina Villegas" userId="91efb23c-aae3-4430-bfb4-fb9cc39a5a78" providerId="ADAL" clId="{5791D791-CC3D-0149-A238-4535F4AC4E51}" dt="2022-07-12T22:56:27.343" v="278" actId="478"/>
          <ac:graphicFrameMkLst>
            <pc:docMk/>
            <pc:sldMk cId="1219893577" sldId="348"/>
            <ac:graphicFrameMk id="3" creationId="{29AF9951-F18A-D142-94A0-6039928C5B5C}"/>
          </ac:graphicFrameMkLst>
        </pc:graphicFrameChg>
        <pc:graphicFrameChg chg="add del mod">
          <ac:chgData name="Carlos Uriel Molina Villegas" userId="91efb23c-aae3-4430-bfb4-fb9cc39a5a78" providerId="ADAL" clId="{5791D791-CC3D-0149-A238-4535F4AC4E51}" dt="2022-07-12T23:01:17.171" v="317"/>
          <ac:graphicFrameMkLst>
            <pc:docMk/>
            <pc:sldMk cId="1219893577" sldId="348"/>
            <ac:graphicFrameMk id="6" creationId="{FAC033D0-1718-B444-CB97-E70CF94AD745}"/>
          </ac:graphicFrameMkLst>
        </pc:graphicFrameChg>
      </pc:sldChg>
      <pc:sldChg chg="addSp delSp modSp add mod">
        <pc:chgData name="Carlos Uriel Molina Villegas" userId="91efb23c-aae3-4430-bfb4-fb9cc39a5a78" providerId="ADAL" clId="{5791D791-CC3D-0149-A238-4535F4AC4E51}" dt="2022-07-27T17:21:43.557" v="918" actId="14734"/>
        <pc:sldMkLst>
          <pc:docMk/>
          <pc:sldMk cId="93566275" sldId="349"/>
        </pc:sldMkLst>
        <pc:spChg chg="del">
          <ac:chgData name="Carlos Uriel Molina Villegas" userId="91efb23c-aae3-4430-bfb4-fb9cc39a5a78" providerId="ADAL" clId="{5791D791-CC3D-0149-A238-4535F4AC4E51}" dt="2022-07-12T23:01:29.321" v="321" actId="478"/>
          <ac:spMkLst>
            <pc:docMk/>
            <pc:sldMk cId="93566275" sldId="349"/>
            <ac:spMk id="2" creationId="{41EF84D5-14A8-DF4E-A6C6-FBE4DF334F4A}"/>
          </ac:spMkLst>
        </pc:spChg>
        <pc:graphicFrameChg chg="add mod modGraphic">
          <ac:chgData name="Carlos Uriel Molina Villegas" userId="91efb23c-aae3-4430-bfb4-fb9cc39a5a78" providerId="ADAL" clId="{5791D791-CC3D-0149-A238-4535F4AC4E51}" dt="2022-07-27T17:21:43.557" v="918" actId="14734"/>
          <ac:graphicFrameMkLst>
            <pc:docMk/>
            <pc:sldMk cId="93566275" sldId="349"/>
            <ac:graphicFrameMk id="3" creationId="{67B100C4-D18B-3E72-8C54-05FDE3B565B7}"/>
          </ac:graphicFrameMkLst>
        </pc:graphicFrameChg>
      </pc:sldChg>
      <pc:sldChg chg="new">
        <pc:chgData name="Carlos Uriel Molina Villegas" userId="91efb23c-aae3-4430-bfb4-fb9cc39a5a78" providerId="ADAL" clId="{5791D791-CC3D-0149-A238-4535F4AC4E51}" dt="2022-08-09T19:40:24.774" v="919" actId="680"/>
        <pc:sldMkLst>
          <pc:docMk/>
          <pc:sldMk cId="3336630874" sldId="350"/>
        </pc:sldMkLst>
      </pc:sldChg>
    </pc:docChg>
  </pc:docChgLst>
  <pc:docChgLst>
    <pc:chgData name="Carlos Uriel Molina Villegas" userId="91efb23c-aae3-4430-bfb4-fb9cc39a5a78" providerId="ADAL" clId="{5C8F1EC5-7FB0-8445-AC34-5E249C3096AD}"/>
    <pc:docChg chg="undo custSel addSld delSld modSld sldOrd modNotesMaster modHandout">
      <pc:chgData name="Carlos Uriel Molina Villegas" userId="91efb23c-aae3-4430-bfb4-fb9cc39a5a78" providerId="ADAL" clId="{5C8F1EC5-7FB0-8445-AC34-5E249C3096AD}" dt="2022-05-11T17:18:07.164" v="1554" actId="20577"/>
      <pc:docMkLst>
        <pc:docMk/>
      </pc:docMkLst>
      <pc:sldChg chg="modSp mod">
        <pc:chgData name="Carlos Uriel Molina Villegas" userId="91efb23c-aae3-4430-bfb4-fb9cc39a5a78" providerId="ADAL" clId="{5C8F1EC5-7FB0-8445-AC34-5E249C3096AD}" dt="2022-05-06T15:12:05.224" v="10" actId="20577"/>
        <pc:sldMkLst>
          <pc:docMk/>
          <pc:sldMk cId="4041946575" sldId="288"/>
        </pc:sldMkLst>
        <pc:spChg chg="mod">
          <ac:chgData name="Carlos Uriel Molina Villegas" userId="91efb23c-aae3-4430-bfb4-fb9cc39a5a78" providerId="ADAL" clId="{5C8F1EC5-7FB0-8445-AC34-5E249C3096AD}" dt="2022-05-06T15:11:57.521" v="6" actId="20577"/>
          <ac:spMkLst>
            <pc:docMk/>
            <pc:sldMk cId="4041946575" sldId="288"/>
            <ac:spMk id="2" creationId="{00000000-0000-0000-0000-000000000000}"/>
          </ac:spMkLst>
        </pc:spChg>
        <pc:spChg chg="mod">
          <ac:chgData name="Carlos Uriel Molina Villegas" userId="91efb23c-aae3-4430-bfb4-fb9cc39a5a78" providerId="ADAL" clId="{5C8F1EC5-7FB0-8445-AC34-5E249C3096AD}" dt="2022-05-06T15:12:05.224" v="10" actId="20577"/>
          <ac:spMkLst>
            <pc:docMk/>
            <pc:sldMk cId="4041946575" sldId="288"/>
            <ac:spMk id="6" creationId="{24779E1E-28B7-4E5E-B317-DB41B0C440CC}"/>
          </ac:spMkLst>
        </pc:spChg>
      </pc:sldChg>
      <pc:sldChg chg="modSp mod">
        <pc:chgData name="Carlos Uriel Molina Villegas" userId="91efb23c-aae3-4430-bfb4-fb9cc39a5a78" providerId="ADAL" clId="{5C8F1EC5-7FB0-8445-AC34-5E249C3096AD}" dt="2022-05-09T15:12:04.902" v="1229" actId="20577"/>
        <pc:sldMkLst>
          <pc:docMk/>
          <pc:sldMk cId="939850663" sldId="291"/>
        </pc:sldMkLst>
        <pc:spChg chg="mod">
          <ac:chgData name="Carlos Uriel Molina Villegas" userId="91efb23c-aae3-4430-bfb4-fb9cc39a5a78" providerId="ADAL" clId="{5C8F1EC5-7FB0-8445-AC34-5E249C3096AD}" dt="2022-05-09T15:12:04.902" v="1229" actId="20577"/>
          <ac:spMkLst>
            <pc:docMk/>
            <pc:sldMk cId="939850663" sldId="291"/>
            <ac:spMk id="5" creationId="{00000000-0000-0000-0000-000000000000}"/>
          </ac:spMkLst>
        </pc:spChg>
        <pc:spChg chg="mod">
          <ac:chgData name="Carlos Uriel Molina Villegas" userId="91efb23c-aae3-4430-bfb4-fb9cc39a5a78" providerId="ADAL" clId="{5C8F1EC5-7FB0-8445-AC34-5E249C3096AD}" dt="2022-05-06T15:33:03.454" v="546" actId="1076"/>
          <ac:spMkLst>
            <pc:docMk/>
            <pc:sldMk cId="939850663" sldId="291"/>
            <ac:spMk id="10" creationId="{00000000-0000-0000-0000-000000000000}"/>
          </ac:spMkLst>
        </pc:spChg>
      </pc:sldChg>
      <pc:sldChg chg="modSp mod">
        <pc:chgData name="Carlos Uriel Molina Villegas" userId="91efb23c-aae3-4430-bfb4-fb9cc39a5a78" providerId="ADAL" clId="{5C8F1EC5-7FB0-8445-AC34-5E249C3096AD}" dt="2022-05-11T17:18:07.164" v="1554" actId="20577"/>
        <pc:sldMkLst>
          <pc:docMk/>
          <pc:sldMk cId="431587095" sldId="305"/>
        </pc:sldMkLst>
        <pc:spChg chg="mod">
          <ac:chgData name="Carlos Uriel Molina Villegas" userId="91efb23c-aae3-4430-bfb4-fb9cc39a5a78" providerId="ADAL" clId="{5C8F1EC5-7FB0-8445-AC34-5E249C3096AD}" dt="2022-05-11T17:18:07.164" v="1554" actId="20577"/>
          <ac:spMkLst>
            <pc:docMk/>
            <pc:sldMk cId="431587095" sldId="305"/>
            <ac:spMk id="2" creationId="{41EF84D5-14A8-DF4E-A6C6-FBE4DF334F4A}"/>
          </ac:spMkLst>
        </pc:spChg>
      </pc:sldChg>
      <pc:sldChg chg="modNotesTx">
        <pc:chgData name="Carlos Uriel Molina Villegas" userId="91efb23c-aae3-4430-bfb4-fb9cc39a5a78" providerId="ADAL" clId="{5C8F1EC5-7FB0-8445-AC34-5E249C3096AD}" dt="2022-05-09T15:29:22.604" v="1361" actId="20577"/>
        <pc:sldMkLst>
          <pc:docMk/>
          <pc:sldMk cId="2780589437" sldId="308"/>
        </pc:sldMkLst>
      </pc:sldChg>
      <pc:sldChg chg="del">
        <pc:chgData name="Carlos Uriel Molina Villegas" userId="91efb23c-aae3-4430-bfb4-fb9cc39a5a78" providerId="ADAL" clId="{5C8F1EC5-7FB0-8445-AC34-5E249C3096AD}" dt="2022-05-06T20:11:05.946" v="1187" actId="2696"/>
        <pc:sldMkLst>
          <pc:docMk/>
          <pc:sldMk cId="3117827987" sldId="330"/>
        </pc:sldMkLst>
      </pc:sldChg>
      <pc:sldChg chg="addSp delSp modSp mod">
        <pc:chgData name="Carlos Uriel Molina Villegas" userId="91efb23c-aae3-4430-bfb4-fb9cc39a5a78" providerId="ADAL" clId="{5C8F1EC5-7FB0-8445-AC34-5E249C3096AD}" dt="2022-05-09T21:00:03.463" v="1536" actId="1036"/>
        <pc:sldMkLst>
          <pc:docMk/>
          <pc:sldMk cId="197593441" sldId="332"/>
        </pc:sldMkLst>
        <pc:spChg chg="add del mod">
          <ac:chgData name="Carlos Uriel Molina Villegas" userId="91efb23c-aae3-4430-bfb4-fb9cc39a5a78" providerId="ADAL" clId="{5C8F1EC5-7FB0-8445-AC34-5E249C3096AD}" dt="2022-05-09T15:13:08.377" v="1235"/>
          <ac:spMkLst>
            <pc:docMk/>
            <pc:sldMk cId="197593441" sldId="332"/>
            <ac:spMk id="2" creationId="{64BF9616-32F0-50BE-F333-CCDE69B52FEB}"/>
          </ac:spMkLst>
        </pc:spChg>
        <pc:spChg chg="add mod">
          <ac:chgData name="Carlos Uriel Molina Villegas" userId="91efb23c-aae3-4430-bfb4-fb9cc39a5a78" providerId="ADAL" clId="{5C8F1EC5-7FB0-8445-AC34-5E249C3096AD}" dt="2022-05-09T21:00:03.463" v="1536" actId="1036"/>
          <ac:spMkLst>
            <pc:docMk/>
            <pc:sldMk cId="197593441" sldId="332"/>
            <ac:spMk id="4" creationId="{20E50955-6FD7-D1D1-E8DB-44F20F02F158}"/>
          </ac:spMkLst>
        </pc:spChg>
        <pc:spChg chg="mod">
          <ac:chgData name="Carlos Uriel Molina Villegas" userId="91efb23c-aae3-4430-bfb4-fb9cc39a5a78" providerId="ADAL" clId="{5C8F1EC5-7FB0-8445-AC34-5E249C3096AD}" dt="2022-05-09T15:12:29.090" v="1231" actId="20577"/>
          <ac:spMkLst>
            <pc:docMk/>
            <pc:sldMk cId="197593441" sldId="332"/>
            <ac:spMk id="8" creationId="{00000000-0000-0000-0000-000000000000}"/>
          </ac:spMkLst>
        </pc:spChg>
        <pc:picChg chg="add del mod modCrop">
          <ac:chgData name="Carlos Uriel Molina Villegas" userId="91efb23c-aae3-4430-bfb4-fb9cc39a5a78" providerId="ADAL" clId="{5C8F1EC5-7FB0-8445-AC34-5E249C3096AD}" dt="2022-05-09T20:45:46.211" v="1528" actId="478"/>
          <ac:picMkLst>
            <pc:docMk/>
            <pc:sldMk cId="197593441" sldId="332"/>
            <ac:picMk id="5" creationId="{86CA6110-E4CA-4818-3CE8-119BBBE25138}"/>
          </ac:picMkLst>
        </pc:picChg>
      </pc:sldChg>
      <pc:sldChg chg="delSp modSp del mod">
        <pc:chgData name="Carlos Uriel Molina Villegas" userId="91efb23c-aae3-4430-bfb4-fb9cc39a5a78" providerId="ADAL" clId="{5C8F1EC5-7FB0-8445-AC34-5E249C3096AD}" dt="2022-05-09T15:11:56.700" v="1228" actId="2696"/>
        <pc:sldMkLst>
          <pc:docMk/>
          <pc:sldMk cId="4205537396" sldId="333"/>
        </pc:sldMkLst>
        <pc:spChg chg="mod">
          <ac:chgData name="Carlos Uriel Molina Villegas" userId="91efb23c-aae3-4430-bfb4-fb9cc39a5a78" providerId="ADAL" clId="{5C8F1EC5-7FB0-8445-AC34-5E249C3096AD}" dt="2022-05-06T20:57:24.886" v="1192" actId="20577"/>
          <ac:spMkLst>
            <pc:docMk/>
            <pc:sldMk cId="4205537396" sldId="333"/>
            <ac:spMk id="2" creationId="{41EF84D5-14A8-DF4E-A6C6-FBE4DF334F4A}"/>
          </ac:spMkLst>
        </pc:spChg>
        <pc:spChg chg="del">
          <ac:chgData name="Carlos Uriel Molina Villegas" userId="91efb23c-aae3-4430-bfb4-fb9cc39a5a78" providerId="ADAL" clId="{5C8F1EC5-7FB0-8445-AC34-5E249C3096AD}" dt="2022-05-06T20:10:51.332" v="1186" actId="478"/>
          <ac:spMkLst>
            <pc:docMk/>
            <pc:sldMk cId="4205537396" sldId="333"/>
            <ac:spMk id="4" creationId="{70D19E37-AF15-4C4B-9D66-8A8963360996}"/>
          </ac:spMkLst>
        </pc:spChg>
        <pc:spChg chg="mod">
          <ac:chgData name="Carlos Uriel Molina Villegas" userId="91efb23c-aae3-4430-bfb4-fb9cc39a5a78" providerId="ADAL" clId="{5C8F1EC5-7FB0-8445-AC34-5E249C3096AD}" dt="2022-05-06T18:46:35.546" v="1185"/>
          <ac:spMkLst>
            <pc:docMk/>
            <pc:sldMk cId="4205537396" sldId="333"/>
            <ac:spMk id="8" creationId="{00000000-0000-0000-0000-000000000000}"/>
          </ac:spMkLst>
        </pc:spChg>
      </pc:sldChg>
      <pc:sldChg chg="addSp delSp modSp del mod setBg">
        <pc:chgData name="Carlos Uriel Molina Villegas" userId="91efb23c-aae3-4430-bfb4-fb9cc39a5a78" providerId="ADAL" clId="{5C8F1EC5-7FB0-8445-AC34-5E249C3096AD}" dt="2022-05-09T20:45:58.396" v="1530" actId="2696"/>
        <pc:sldMkLst>
          <pc:docMk/>
          <pc:sldMk cId="1478587304" sldId="334"/>
        </pc:sldMkLst>
        <pc:spChg chg="add del mod ord">
          <ac:chgData name="Carlos Uriel Molina Villegas" userId="91efb23c-aae3-4430-bfb4-fb9cc39a5a78" providerId="ADAL" clId="{5C8F1EC5-7FB0-8445-AC34-5E249C3096AD}" dt="2022-05-09T15:18:46.066" v="1344" actId="26606"/>
          <ac:spMkLst>
            <pc:docMk/>
            <pc:sldMk cId="1478587304" sldId="334"/>
            <ac:spMk id="2" creationId="{41EF84D5-14A8-DF4E-A6C6-FBE4DF334F4A}"/>
          </ac:spMkLst>
        </pc:spChg>
        <pc:spChg chg="add del">
          <ac:chgData name="Carlos Uriel Molina Villegas" userId="91efb23c-aae3-4430-bfb4-fb9cc39a5a78" providerId="ADAL" clId="{5C8F1EC5-7FB0-8445-AC34-5E249C3096AD}" dt="2022-05-09T15:18:42.766" v="1342" actId="26606"/>
          <ac:spMkLst>
            <pc:docMk/>
            <pc:sldMk cId="1478587304" sldId="334"/>
            <ac:spMk id="8" creationId="{A9F529C3-C941-49FD-8C67-82F134F64BDB}"/>
          </ac:spMkLst>
        </pc:spChg>
        <pc:spChg chg="add del">
          <ac:chgData name="Carlos Uriel Molina Villegas" userId="91efb23c-aae3-4430-bfb4-fb9cc39a5a78" providerId="ADAL" clId="{5C8F1EC5-7FB0-8445-AC34-5E249C3096AD}" dt="2022-05-09T15:18:42.766" v="1342" actId="26606"/>
          <ac:spMkLst>
            <pc:docMk/>
            <pc:sldMk cId="1478587304" sldId="334"/>
            <ac:spMk id="9" creationId="{20586029-32A0-47E5-9AEC-AE3ABA6B94D0}"/>
          </ac:spMkLst>
        </pc:spChg>
        <pc:spChg chg="add del">
          <ac:chgData name="Carlos Uriel Molina Villegas" userId="91efb23c-aae3-4430-bfb4-fb9cc39a5a78" providerId="ADAL" clId="{5C8F1EC5-7FB0-8445-AC34-5E249C3096AD}" dt="2022-05-09T15:18:40.383" v="1338" actId="26606"/>
          <ac:spMkLst>
            <pc:docMk/>
            <pc:sldMk cId="1478587304" sldId="334"/>
            <ac:spMk id="11" creationId="{A9F529C3-C941-49FD-8C67-82F134F64BDB}"/>
          </ac:spMkLst>
        </pc:spChg>
        <pc:spChg chg="add del">
          <ac:chgData name="Carlos Uriel Molina Villegas" userId="91efb23c-aae3-4430-bfb4-fb9cc39a5a78" providerId="ADAL" clId="{5C8F1EC5-7FB0-8445-AC34-5E249C3096AD}" dt="2022-05-09T15:18:40.383" v="1338" actId="26606"/>
          <ac:spMkLst>
            <pc:docMk/>
            <pc:sldMk cId="1478587304" sldId="334"/>
            <ac:spMk id="13" creationId="{20586029-32A0-47E5-9AEC-AE3ABA6B94D0}"/>
          </ac:spMkLst>
        </pc:spChg>
        <pc:picChg chg="add mod ord modCrop">
          <ac:chgData name="Carlos Uriel Molina Villegas" userId="91efb23c-aae3-4430-bfb4-fb9cc39a5a78" providerId="ADAL" clId="{5C8F1EC5-7FB0-8445-AC34-5E249C3096AD}" dt="2022-05-09T15:21:20.476" v="1360" actId="732"/>
          <ac:picMkLst>
            <pc:docMk/>
            <pc:sldMk cId="1478587304" sldId="334"/>
            <ac:picMk id="4" creationId="{EF478801-687A-FBE4-E672-949F07BDEF46}"/>
          </ac:picMkLst>
        </pc:picChg>
        <pc:picChg chg="add mod modCrop">
          <ac:chgData name="Carlos Uriel Molina Villegas" userId="91efb23c-aae3-4430-bfb4-fb9cc39a5a78" providerId="ADAL" clId="{5C8F1EC5-7FB0-8445-AC34-5E249C3096AD}" dt="2022-05-09T15:21:04.333" v="1359" actId="732"/>
          <ac:picMkLst>
            <pc:docMk/>
            <pc:sldMk cId="1478587304" sldId="334"/>
            <ac:picMk id="6" creationId="{8DCD8316-3E8C-3FE4-40E4-F6063DAEB8C0}"/>
          </ac:picMkLst>
        </pc:picChg>
        <pc:cxnChg chg="add del">
          <ac:chgData name="Carlos Uriel Molina Villegas" userId="91efb23c-aae3-4430-bfb4-fb9cc39a5a78" providerId="ADAL" clId="{5C8F1EC5-7FB0-8445-AC34-5E249C3096AD}" dt="2022-05-09T15:18:42.766" v="1342" actId="26606"/>
          <ac:cxnSpMkLst>
            <pc:docMk/>
            <pc:sldMk cId="1478587304" sldId="334"/>
            <ac:cxnSpMk id="10" creationId="{8C730EAB-A532-4295-A302-FB4B90DB9F5E}"/>
          </ac:cxnSpMkLst>
        </pc:cxnChg>
        <pc:cxnChg chg="add mod">
          <ac:chgData name="Carlos Uriel Molina Villegas" userId="91efb23c-aae3-4430-bfb4-fb9cc39a5a78" providerId="ADAL" clId="{5C8F1EC5-7FB0-8445-AC34-5E249C3096AD}" dt="2022-05-09T15:19:54.233" v="1354" actId="1076"/>
          <ac:cxnSpMkLst>
            <pc:docMk/>
            <pc:sldMk cId="1478587304" sldId="334"/>
            <ac:cxnSpMk id="12" creationId="{EF41F794-0B33-96AF-0B9A-5A31B259B8D1}"/>
          </ac:cxnSpMkLst>
        </pc:cxnChg>
        <pc:cxnChg chg="add del">
          <ac:chgData name="Carlos Uriel Molina Villegas" userId="91efb23c-aae3-4430-bfb4-fb9cc39a5a78" providerId="ADAL" clId="{5C8F1EC5-7FB0-8445-AC34-5E249C3096AD}" dt="2022-05-09T15:18:40.383" v="1338" actId="26606"/>
          <ac:cxnSpMkLst>
            <pc:docMk/>
            <pc:sldMk cId="1478587304" sldId="334"/>
            <ac:cxnSpMk id="15" creationId="{8C730EAB-A532-4295-A302-FB4B90DB9F5E}"/>
          </ac:cxnSpMkLst>
        </pc:cxnChg>
      </pc:sldChg>
      <pc:sldChg chg="modSp mod">
        <pc:chgData name="Carlos Uriel Molina Villegas" userId="91efb23c-aae3-4430-bfb4-fb9cc39a5a78" providerId="ADAL" clId="{5C8F1EC5-7FB0-8445-AC34-5E249C3096AD}" dt="2022-05-06T18:40:18.759" v="1131" actId="14100"/>
        <pc:sldMkLst>
          <pc:docMk/>
          <pc:sldMk cId="2878299822" sldId="337"/>
        </pc:sldMkLst>
        <pc:picChg chg="mod">
          <ac:chgData name="Carlos Uriel Molina Villegas" userId="91efb23c-aae3-4430-bfb4-fb9cc39a5a78" providerId="ADAL" clId="{5C8F1EC5-7FB0-8445-AC34-5E249C3096AD}" dt="2022-05-06T18:40:18.759" v="1131" actId="14100"/>
          <ac:picMkLst>
            <pc:docMk/>
            <pc:sldMk cId="2878299822" sldId="337"/>
            <ac:picMk id="5" creationId="{4B3ED7A8-3075-364A-85D4-62F316FB26B5}"/>
          </ac:picMkLst>
        </pc:picChg>
      </pc:sldChg>
      <pc:sldChg chg="del">
        <pc:chgData name="Carlos Uriel Molina Villegas" userId="91efb23c-aae3-4430-bfb4-fb9cc39a5a78" providerId="ADAL" clId="{5C8F1EC5-7FB0-8445-AC34-5E249C3096AD}" dt="2022-05-06T20:11:47.543" v="1191" actId="2696"/>
        <pc:sldMkLst>
          <pc:docMk/>
          <pc:sldMk cId="896996623" sldId="339"/>
        </pc:sldMkLst>
      </pc:sldChg>
      <pc:sldChg chg="modSp mod">
        <pc:chgData name="Carlos Uriel Molina Villegas" userId="91efb23c-aae3-4430-bfb4-fb9cc39a5a78" providerId="ADAL" clId="{5C8F1EC5-7FB0-8445-AC34-5E249C3096AD}" dt="2022-05-09T15:39:23.496" v="1375" actId="20577"/>
        <pc:sldMkLst>
          <pc:docMk/>
          <pc:sldMk cId="2320414780" sldId="340"/>
        </pc:sldMkLst>
        <pc:spChg chg="mod">
          <ac:chgData name="Carlos Uriel Molina Villegas" userId="91efb23c-aae3-4430-bfb4-fb9cc39a5a78" providerId="ADAL" clId="{5C8F1EC5-7FB0-8445-AC34-5E249C3096AD}" dt="2022-05-09T15:39:23.496" v="1375" actId="20577"/>
          <ac:spMkLst>
            <pc:docMk/>
            <pc:sldMk cId="2320414780" sldId="340"/>
            <ac:spMk id="2" creationId="{41EF84D5-14A8-DF4E-A6C6-FBE4DF334F4A}"/>
          </ac:spMkLst>
        </pc:spChg>
        <pc:spChg chg="mod">
          <ac:chgData name="Carlos Uriel Molina Villegas" userId="91efb23c-aae3-4430-bfb4-fb9cc39a5a78" providerId="ADAL" clId="{5C8F1EC5-7FB0-8445-AC34-5E249C3096AD}" dt="2022-05-06T18:45:00.528" v="1180" actId="20577"/>
          <ac:spMkLst>
            <pc:docMk/>
            <pc:sldMk cId="2320414780" sldId="340"/>
            <ac:spMk id="8" creationId="{00000000-0000-0000-0000-000000000000}"/>
          </ac:spMkLst>
        </pc:spChg>
      </pc:sldChg>
      <pc:sldChg chg="addSp delSp modSp mod">
        <pc:chgData name="Carlos Uriel Molina Villegas" userId="91efb23c-aae3-4430-bfb4-fb9cc39a5a78" providerId="ADAL" clId="{5C8F1EC5-7FB0-8445-AC34-5E249C3096AD}" dt="2022-05-06T15:21:59.404" v="129" actId="14826"/>
        <pc:sldMkLst>
          <pc:docMk/>
          <pc:sldMk cId="1078719030" sldId="341"/>
        </pc:sldMkLst>
        <pc:picChg chg="del">
          <ac:chgData name="Carlos Uriel Molina Villegas" userId="91efb23c-aae3-4430-bfb4-fb9cc39a5a78" providerId="ADAL" clId="{5C8F1EC5-7FB0-8445-AC34-5E249C3096AD}" dt="2022-05-06T15:20:15.172" v="123" actId="478"/>
          <ac:picMkLst>
            <pc:docMk/>
            <pc:sldMk cId="1078719030" sldId="341"/>
            <ac:picMk id="3" creationId="{1167FEC7-EC99-534E-91EE-9E4D0F9EEEEF}"/>
          </ac:picMkLst>
        </pc:picChg>
        <pc:picChg chg="add mod">
          <ac:chgData name="Carlos Uriel Molina Villegas" userId="91efb23c-aae3-4430-bfb4-fb9cc39a5a78" providerId="ADAL" clId="{5C8F1EC5-7FB0-8445-AC34-5E249C3096AD}" dt="2022-05-06T15:20:26.339" v="124" actId="1076"/>
          <ac:picMkLst>
            <pc:docMk/>
            <pc:sldMk cId="1078719030" sldId="341"/>
            <ac:picMk id="5" creationId="{FA898DDF-2FDC-9A10-75A6-8F9FEB73ABA9}"/>
          </ac:picMkLst>
        </pc:picChg>
        <pc:picChg chg="mod">
          <ac:chgData name="Carlos Uriel Molina Villegas" userId="91efb23c-aae3-4430-bfb4-fb9cc39a5a78" providerId="ADAL" clId="{5C8F1EC5-7FB0-8445-AC34-5E249C3096AD}" dt="2022-05-06T15:21:59.404" v="129" actId="14826"/>
          <ac:picMkLst>
            <pc:docMk/>
            <pc:sldMk cId="1078719030" sldId="341"/>
            <ac:picMk id="7" creationId="{955B2970-4320-074C-824B-B4684210CBF2}"/>
          </ac:picMkLst>
        </pc:picChg>
      </pc:sldChg>
      <pc:sldChg chg="del">
        <pc:chgData name="Carlos Uriel Molina Villegas" userId="91efb23c-aae3-4430-bfb4-fb9cc39a5a78" providerId="ADAL" clId="{5C8F1EC5-7FB0-8445-AC34-5E249C3096AD}" dt="2022-05-06T20:11:45.810" v="1190" actId="2696"/>
        <pc:sldMkLst>
          <pc:docMk/>
          <pc:sldMk cId="1077371247" sldId="342"/>
        </pc:sldMkLst>
      </pc:sldChg>
      <pc:sldChg chg="modSp">
        <pc:chgData name="Carlos Uriel Molina Villegas" userId="91efb23c-aae3-4430-bfb4-fb9cc39a5a78" providerId="ADAL" clId="{5C8F1EC5-7FB0-8445-AC34-5E249C3096AD}" dt="2022-05-06T18:42:54.873" v="1133" actId="14826"/>
        <pc:sldMkLst>
          <pc:docMk/>
          <pc:sldMk cId="4133932336" sldId="343"/>
        </pc:sldMkLst>
        <pc:picChg chg="mod">
          <ac:chgData name="Carlos Uriel Molina Villegas" userId="91efb23c-aae3-4430-bfb4-fb9cc39a5a78" providerId="ADAL" clId="{5C8F1EC5-7FB0-8445-AC34-5E249C3096AD}" dt="2022-05-06T18:42:45.977" v="1132" actId="14826"/>
          <ac:picMkLst>
            <pc:docMk/>
            <pc:sldMk cId="4133932336" sldId="343"/>
            <ac:picMk id="5" creationId="{7FBBF892-84E1-8644-893F-90BBCED58BF1}"/>
          </ac:picMkLst>
        </pc:picChg>
        <pc:picChg chg="mod">
          <ac:chgData name="Carlos Uriel Molina Villegas" userId="91efb23c-aae3-4430-bfb4-fb9cc39a5a78" providerId="ADAL" clId="{5C8F1EC5-7FB0-8445-AC34-5E249C3096AD}" dt="2022-05-06T18:42:54.873" v="1133" actId="14826"/>
          <ac:picMkLst>
            <pc:docMk/>
            <pc:sldMk cId="4133932336" sldId="343"/>
            <ac:picMk id="8" creationId="{85A7ECF2-D506-D448-9BC9-AADCAD7D7ACA}"/>
          </ac:picMkLst>
        </pc:picChg>
      </pc:sldChg>
      <pc:sldChg chg="modSp mod">
        <pc:chgData name="Carlos Uriel Molina Villegas" userId="91efb23c-aae3-4430-bfb4-fb9cc39a5a78" providerId="ADAL" clId="{5C8F1EC5-7FB0-8445-AC34-5E249C3096AD}" dt="2022-05-06T15:23:25.680" v="131" actId="14826"/>
        <pc:sldMkLst>
          <pc:docMk/>
          <pc:sldMk cId="3894031875" sldId="344"/>
        </pc:sldMkLst>
        <pc:picChg chg="mod">
          <ac:chgData name="Carlos Uriel Molina Villegas" userId="91efb23c-aae3-4430-bfb4-fb9cc39a5a78" providerId="ADAL" clId="{5C8F1EC5-7FB0-8445-AC34-5E249C3096AD}" dt="2022-05-06T15:22:41.217" v="130" actId="14826"/>
          <ac:picMkLst>
            <pc:docMk/>
            <pc:sldMk cId="3894031875" sldId="344"/>
            <ac:picMk id="5" creationId="{984172A4-EB86-2943-8142-CB8CC352F804}"/>
          </ac:picMkLst>
        </pc:picChg>
        <pc:picChg chg="mod">
          <ac:chgData name="Carlos Uriel Molina Villegas" userId="91efb23c-aae3-4430-bfb4-fb9cc39a5a78" providerId="ADAL" clId="{5C8F1EC5-7FB0-8445-AC34-5E249C3096AD}" dt="2022-05-06T15:23:25.680" v="131" actId="14826"/>
          <ac:picMkLst>
            <pc:docMk/>
            <pc:sldMk cId="3894031875" sldId="344"/>
            <ac:picMk id="8" creationId="{25707F66-D70C-F94D-A37A-9DC4057263BC}"/>
          </ac:picMkLst>
        </pc:picChg>
      </pc:sldChg>
      <pc:sldChg chg="modSp">
        <pc:chgData name="Carlos Uriel Molina Villegas" userId="91efb23c-aae3-4430-bfb4-fb9cc39a5a78" providerId="ADAL" clId="{5C8F1EC5-7FB0-8445-AC34-5E249C3096AD}" dt="2022-05-06T15:24:07.184" v="132" actId="14826"/>
        <pc:sldMkLst>
          <pc:docMk/>
          <pc:sldMk cId="3397314772" sldId="345"/>
        </pc:sldMkLst>
        <pc:picChg chg="mod">
          <ac:chgData name="Carlos Uriel Molina Villegas" userId="91efb23c-aae3-4430-bfb4-fb9cc39a5a78" providerId="ADAL" clId="{5C8F1EC5-7FB0-8445-AC34-5E249C3096AD}" dt="2022-05-06T15:24:07.184" v="132" actId="14826"/>
          <ac:picMkLst>
            <pc:docMk/>
            <pc:sldMk cId="3397314772" sldId="345"/>
            <ac:picMk id="3" creationId="{D2727C10-45FF-7C47-9704-80B6EBCDA002}"/>
          </ac:picMkLst>
        </pc:picChg>
      </pc:sldChg>
      <pc:sldChg chg="addSp delSp modSp add mod ord">
        <pc:chgData name="Carlos Uriel Molina Villegas" userId="91efb23c-aae3-4430-bfb4-fb9cc39a5a78" providerId="ADAL" clId="{5C8F1EC5-7FB0-8445-AC34-5E249C3096AD}" dt="2022-05-06T21:49:08.865" v="1227" actId="20577"/>
        <pc:sldMkLst>
          <pc:docMk/>
          <pc:sldMk cId="3570401034" sldId="346"/>
        </pc:sldMkLst>
        <pc:spChg chg="mod">
          <ac:chgData name="Carlos Uriel Molina Villegas" userId="91efb23c-aae3-4430-bfb4-fb9cc39a5a78" providerId="ADAL" clId="{5C8F1EC5-7FB0-8445-AC34-5E249C3096AD}" dt="2022-05-06T15:25:19.789" v="157" actId="20577"/>
          <ac:spMkLst>
            <pc:docMk/>
            <pc:sldMk cId="3570401034" sldId="346"/>
            <ac:spMk id="2" creationId="{41EF84D5-14A8-DF4E-A6C6-FBE4DF334F4A}"/>
          </ac:spMkLst>
        </pc:spChg>
        <pc:spChg chg="del">
          <ac:chgData name="Carlos Uriel Molina Villegas" userId="91efb23c-aae3-4430-bfb4-fb9cc39a5a78" providerId="ADAL" clId="{5C8F1EC5-7FB0-8445-AC34-5E249C3096AD}" dt="2022-05-06T17:32:30.361" v="715" actId="478"/>
          <ac:spMkLst>
            <pc:docMk/>
            <pc:sldMk cId="3570401034" sldId="346"/>
            <ac:spMk id="5" creationId="{9D44F4D3-2DC2-4DF6-AB65-ACF2C24BFF85}"/>
          </ac:spMkLst>
        </pc:spChg>
        <pc:spChg chg="mod">
          <ac:chgData name="Carlos Uriel Molina Villegas" userId="91efb23c-aae3-4430-bfb4-fb9cc39a5a78" providerId="ADAL" clId="{5C8F1EC5-7FB0-8445-AC34-5E249C3096AD}" dt="2022-05-06T15:25:04.839" v="156" actId="20577"/>
          <ac:spMkLst>
            <pc:docMk/>
            <pc:sldMk cId="3570401034" sldId="346"/>
            <ac:spMk id="8" creationId="{00000000-0000-0000-0000-000000000000}"/>
          </ac:spMkLst>
        </pc:spChg>
        <pc:graphicFrameChg chg="add mod modGraphic">
          <ac:chgData name="Carlos Uriel Molina Villegas" userId="91efb23c-aae3-4430-bfb4-fb9cc39a5a78" providerId="ADAL" clId="{5C8F1EC5-7FB0-8445-AC34-5E249C3096AD}" dt="2022-05-06T21:49:08.865" v="1227" actId="20577"/>
          <ac:graphicFrameMkLst>
            <pc:docMk/>
            <pc:sldMk cId="3570401034" sldId="346"/>
            <ac:graphicFrameMk id="3" creationId="{9E31F147-C143-D3B9-B5EF-6A045A6012B5}"/>
          </ac:graphicFrameMkLst>
        </pc:graphicFrameChg>
      </pc:sldChg>
      <pc:sldChg chg="add">
        <pc:chgData name="Carlos Uriel Molina Villegas" userId="91efb23c-aae3-4430-bfb4-fb9cc39a5a78" providerId="ADAL" clId="{5C8F1EC5-7FB0-8445-AC34-5E249C3096AD}" dt="2022-05-09T15:17:19.886" v="1322" actId="2890"/>
        <pc:sldMkLst>
          <pc:docMk/>
          <pc:sldMk cId="3998258929" sldId="347"/>
        </pc:sldMkLst>
      </pc:sldChg>
    </pc:docChg>
  </pc:docChgLst>
  <pc:docChgLst>
    <pc:chgData name="Carlos Uriel Molina Villegas" userId="91efb23c-aae3-4430-bfb4-fb9cc39a5a78" providerId="ADAL" clId="{A4ABB963-FED3-7942-BF5F-89C23D67411B}"/>
    <pc:docChg chg="undo custSel modSld">
      <pc:chgData name="Carlos Uriel Molina Villegas" userId="91efb23c-aae3-4430-bfb4-fb9cc39a5a78" providerId="ADAL" clId="{A4ABB963-FED3-7942-BF5F-89C23D67411B}" dt="2022-06-10T16:56:15.276" v="1" actId="14734"/>
      <pc:docMkLst>
        <pc:docMk/>
      </pc:docMkLst>
      <pc:sldChg chg="modSp mod">
        <pc:chgData name="Carlos Uriel Molina Villegas" userId="91efb23c-aae3-4430-bfb4-fb9cc39a5a78" providerId="ADAL" clId="{A4ABB963-FED3-7942-BF5F-89C23D67411B}" dt="2022-06-10T16:56:15.276" v="1" actId="14734"/>
        <pc:sldMkLst>
          <pc:docMk/>
          <pc:sldMk cId="3570401034" sldId="346"/>
        </pc:sldMkLst>
        <pc:graphicFrameChg chg="modGraphic">
          <ac:chgData name="Carlos Uriel Molina Villegas" userId="91efb23c-aae3-4430-bfb4-fb9cc39a5a78" providerId="ADAL" clId="{A4ABB963-FED3-7942-BF5F-89C23D67411B}" dt="2022-06-10T16:56:15.276" v="1" actId="14734"/>
          <ac:graphicFrameMkLst>
            <pc:docMk/>
            <pc:sldMk cId="3570401034" sldId="346"/>
            <ac:graphicFrameMk id="3" creationId="{9E31F147-C143-D3B9-B5EF-6A045A6012B5}"/>
          </ac:graphicFrameMkLst>
        </pc:graphicFrameChg>
      </pc:sldChg>
    </pc:docChg>
  </pc:docChgLst>
  <pc:docChgLst>
    <pc:chgData name="Carlos Uriel Molina Villegas" userId="91efb23c-aae3-4430-bfb4-fb9cc39a5a78" providerId="ADAL" clId="{81DB322A-7E6D-C642-A404-0C3C812160D6}"/>
    <pc:docChg chg="modSld">
      <pc:chgData name="Carlos Uriel Molina Villegas" userId="91efb23c-aae3-4430-bfb4-fb9cc39a5a78" providerId="ADAL" clId="{81DB322A-7E6D-C642-A404-0C3C812160D6}" dt="2022-01-20T19:38:00.221" v="9" actId="20577"/>
      <pc:docMkLst>
        <pc:docMk/>
      </pc:docMkLst>
      <pc:sldChg chg="modSp mod">
        <pc:chgData name="Carlos Uriel Molina Villegas" userId="91efb23c-aae3-4430-bfb4-fb9cc39a5a78" providerId="ADAL" clId="{81DB322A-7E6D-C642-A404-0C3C812160D6}" dt="2022-01-20T19:38:00.221" v="9" actId="20577"/>
        <pc:sldMkLst>
          <pc:docMk/>
          <pc:sldMk cId="4205537396" sldId="333"/>
        </pc:sldMkLst>
        <pc:spChg chg="mod">
          <ac:chgData name="Carlos Uriel Molina Villegas" userId="91efb23c-aae3-4430-bfb4-fb9cc39a5a78" providerId="ADAL" clId="{81DB322A-7E6D-C642-A404-0C3C812160D6}" dt="2022-01-20T19:38:00.221" v="9" actId="20577"/>
          <ac:spMkLst>
            <pc:docMk/>
            <pc:sldMk cId="4205537396" sldId="333"/>
            <ac:spMk id="2" creationId="{41EF84D5-14A8-DF4E-A6C6-FBE4DF334F4A}"/>
          </ac:spMkLst>
        </pc:spChg>
      </pc:sldChg>
      <pc:sldChg chg="modSp mod">
        <pc:chgData name="Carlos Uriel Molina Villegas" userId="91efb23c-aae3-4430-bfb4-fb9cc39a5a78" providerId="ADAL" clId="{81DB322A-7E6D-C642-A404-0C3C812160D6}" dt="2022-01-19T21:35:05.113" v="1" actId="20577"/>
        <pc:sldMkLst>
          <pc:docMk/>
          <pc:sldMk cId="896996623" sldId="339"/>
        </pc:sldMkLst>
        <pc:spChg chg="mod">
          <ac:chgData name="Carlos Uriel Molina Villegas" userId="91efb23c-aae3-4430-bfb4-fb9cc39a5a78" providerId="ADAL" clId="{81DB322A-7E6D-C642-A404-0C3C812160D6}" dt="2022-01-19T21:35:05.113" v="1" actId="20577"/>
          <ac:spMkLst>
            <pc:docMk/>
            <pc:sldMk cId="896996623" sldId="339"/>
            <ac:spMk id="4" creationId="{C1FBA87C-D3CB-3742-8245-14A2333A785E}"/>
          </ac:spMkLst>
        </pc:spChg>
      </pc:sldChg>
      <pc:sldChg chg="modSp mod">
        <pc:chgData name="Carlos Uriel Molina Villegas" userId="91efb23c-aae3-4430-bfb4-fb9cc39a5a78" providerId="ADAL" clId="{81DB322A-7E6D-C642-A404-0C3C812160D6}" dt="2022-01-20T19:28:10.841" v="6" actId="1076"/>
        <pc:sldMkLst>
          <pc:docMk/>
          <pc:sldMk cId="2320414780" sldId="340"/>
        </pc:sldMkLst>
        <pc:spChg chg="mod">
          <ac:chgData name="Carlos Uriel Molina Villegas" userId="91efb23c-aae3-4430-bfb4-fb9cc39a5a78" providerId="ADAL" clId="{81DB322A-7E6D-C642-A404-0C3C812160D6}" dt="2022-01-20T19:28:10.841" v="6" actId="1076"/>
          <ac:spMkLst>
            <pc:docMk/>
            <pc:sldMk cId="2320414780" sldId="340"/>
            <ac:spMk id="2" creationId="{41EF84D5-14A8-DF4E-A6C6-FBE4DF334F4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97314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82BFAD-CF81-4F05-9DE4-B6EA602AB0B0}" type="datetimeFigureOut">
              <a:rPr lang="es-MX" smtClean="0"/>
              <a:t>07/07/23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1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97314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DB9D1-F2AC-4C50-AD82-4BB15A4E43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1376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Marcador de notas"/>
          <p:cNvSpPr>
            <a:spLocks noGrp="1"/>
          </p:cNvSpPr>
          <p:nvPr>
            <p:ph type="body" sz="quarter" idx="3"/>
          </p:nvPr>
        </p:nvSpPr>
        <p:spPr>
          <a:xfrm>
            <a:off x="688975" y="4416427"/>
            <a:ext cx="55054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11" name="10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97314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D21EF2-8AD3-4ADB-A2A8-54B770E1F301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11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77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13" name="12 Marcador de encabezado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2172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21EF2-8AD3-4ADB-A2A8-54B770E1F301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40826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21EF2-8AD3-4ADB-A2A8-54B770E1F301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9214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defTabSz="455613" eaLnBrk="1" hangingPunct="1">
              <a:lnSpc>
                <a:spcPct val="115000"/>
              </a:lnSpc>
              <a:spcBef>
                <a:spcPct val="0"/>
              </a:spcBef>
            </a:pPr>
            <a:endParaRPr lang="es-MX" altLang="es-MX" sz="1200" kern="1200">
              <a:solidFill>
                <a:schemeClr val="tx1"/>
              </a:solidFill>
              <a:latin typeface="+mn-lt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21EF2-8AD3-4ADB-A2A8-54B770E1F301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9713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defTabSz="455613" eaLnBrk="1" hangingPunct="1">
              <a:lnSpc>
                <a:spcPct val="115000"/>
              </a:lnSpc>
              <a:spcBef>
                <a:spcPct val="0"/>
              </a:spcBef>
            </a:pPr>
            <a:endParaRPr lang="es-MX" altLang="es-MX" sz="1200" kern="1200">
              <a:solidFill>
                <a:schemeClr val="tx1"/>
              </a:solidFill>
              <a:latin typeface="+mn-lt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21EF2-8AD3-4ADB-A2A8-54B770E1F301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9542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defTabSz="455613" eaLnBrk="1" hangingPunct="1">
              <a:lnSpc>
                <a:spcPct val="115000"/>
              </a:lnSpc>
              <a:spcBef>
                <a:spcPct val="0"/>
              </a:spcBef>
            </a:pPr>
            <a:endParaRPr lang="es-MX" altLang="es-MX" sz="1200" kern="1200">
              <a:solidFill>
                <a:schemeClr val="tx1"/>
              </a:solidFill>
              <a:latin typeface="+mn-lt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21EF2-8AD3-4ADB-A2A8-54B770E1F301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6532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defTabSz="455613" eaLnBrk="1" hangingPunct="1">
              <a:lnSpc>
                <a:spcPct val="115000"/>
              </a:lnSpc>
              <a:spcBef>
                <a:spcPct val="0"/>
              </a:spcBef>
            </a:pPr>
            <a:endParaRPr lang="es-MX" altLang="es-MX" sz="1200" kern="1200">
              <a:solidFill>
                <a:schemeClr val="tx1"/>
              </a:solidFill>
              <a:latin typeface="+mn-lt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21EF2-8AD3-4ADB-A2A8-54B770E1F301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50517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defTabSz="455613" eaLnBrk="1" hangingPunct="1">
              <a:lnSpc>
                <a:spcPct val="115000"/>
              </a:lnSpc>
              <a:spcBef>
                <a:spcPct val="0"/>
              </a:spcBef>
            </a:pPr>
            <a:endParaRPr lang="es-MX" altLang="es-MX" sz="1200" kern="1200">
              <a:solidFill>
                <a:schemeClr val="tx1"/>
              </a:solidFill>
              <a:latin typeface="+mn-lt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21EF2-8AD3-4ADB-A2A8-54B770E1F301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3216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defTabSz="455613" eaLnBrk="1" hangingPunct="1">
              <a:lnSpc>
                <a:spcPct val="115000"/>
              </a:lnSpc>
              <a:spcBef>
                <a:spcPct val="0"/>
              </a:spcBef>
            </a:pPr>
            <a:endParaRPr lang="es-MX" altLang="es-MX" sz="1200" kern="1200">
              <a:solidFill>
                <a:schemeClr val="tx1"/>
              </a:solidFill>
              <a:latin typeface="+mn-lt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21EF2-8AD3-4ADB-A2A8-54B770E1F301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46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defTabSz="455613" eaLnBrk="1" hangingPunct="1">
              <a:lnSpc>
                <a:spcPct val="115000"/>
              </a:lnSpc>
              <a:spcBef>
                <a:spcPct val="0"/>
              </a:spcBef>
            </a:pPr>
            <a:endParaRPr lang="es-MX" altLang="es-MX" sz="1200" kern="1200">
              <a:solidFill>
                <a:schemeClr val="tx1"/>
              </a:solidFill>
              <a:latin typeface="+mn-lt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21EF2-8AD3-4ADB-A2A8-54B770E1F301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43211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defTabSz="455613" eaLnBrk="1" hangingPunct="1">
              <a:lnSpc>
                <a:spcPct val="115000"/>
              </a:lnSpc>
              <a:spcBef>
                <a:spcPct val="0"/>
              </a:spcBef>
            </a:pPr>
            <a:endParaRPr lang="es-MX" altLang="es-MX" sz="1200" kern="1200">
              <a:solidFill>
                <a:schemeClr val="tx1"/>
              </a:solidFill>
              <a:latin typeface="+mn-lt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21EF2-8AD3-4ADB-A2A8-54B770E1F301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5548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defTabSz="455613" eaLnBrk="1" hangingPunct="1">
              <a:lnSpc>
                <a:spcPct val="115000"/>
              </a:lnSpc>
              <a:spcBef>
                <a:spcPct val="0"/>
              </a:spcBef>
            </a:pPr>
            <a:endParaRPr lang="es-MX" altLang="es-MX" sz="1200" kern="1200">
              <a:solidFill>
                <a:schemeClr val="tx1"/>
              </a:solidFill>
              <a:latin typeface="+mn-lt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21EF2-8AD3-4ADB-A2A8-54B770E1F301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396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442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345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331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31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265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44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75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909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Arrastre la imagen al marcador de posición o haga clic en el icono para agregar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884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913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905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757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163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412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75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797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19489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6720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594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Arrastre la imagen al marcador de posición o haga clic en el icono para agregar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2407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0694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7849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8599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231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3097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8933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5763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0901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4877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4019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Arrastre la imagen al marcador de posición o haga clic en el icono para agregar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1720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7736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4936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0539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5342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3656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5406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3112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9364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2303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7155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Arrastre la imagen al marcador de posición o haga clic en el icono para agregar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38994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4610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894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703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134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548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A2E1D-2312-1447-8EA4-0A7DAA64D8C5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7/7/23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74733-FCF3-AC40-8318-041CE2F497A2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33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4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238517"/>
            <a:ext cx="7772400" cy="1299500"/>
          </a:xfrm>
        </p:spPr>
        <p:txBody>
          <a:bodyPr>
            <a:normAutofit/>
          </a:bodyPr>
          <a:lstStyle/>
          <a:p>
            <a:r>
              <a:rPr lang="es-ES_tradnl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NeueLT Std Blk" pitchFamily="34" charset="0"/>
                <a:ea typeface="Gotham Bold" charset="0"/>
                <a:cs typeface="Gotham Bold" charset="0"/>
              </a:rPr>
              <a:t>Tercera</a:t>
            </a:r>
            <a:br>
              <a:rPr lang="es-ES_tradnl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NeueLT Std Blk" pitchFamily="34" charset="0"/>
                <a:ea typeface="Gotham Bold" charset="0"/>
                <a:cs typeface="Gotham Bold" charset="0"/>
              </a:rPr>
            </a:br>
            <a:r>
              <a:rPr lang="es-ES_tradnl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NeueLT Std Blk" pitchFamily="34" charset="0"/>
                <a:ea typeface="Gotham Bold" charset="0"/>
                <a:cs typeface="Gotham Bold" charset="0"/>
              </a:rPr>
              <a:t>Sesión Ordinaria</a:t>
            </a:r>
            <a:endParaRPr lang="es-ES_tradnl" sz="4000" dirty="0">
              <a:solidFill>
                <a:schemeClr val="tx1">
                  <a:lumMod val="75000"/>
                  <a:lumOff val="25000"/>
                </a:schemeClr>
              </a:solidFill>
              <a:latin typeface="Gotham Bold" charset="0"/>
              <a:ea typeface="Gotham Bold" charset="0"/>
              <a:cs typeface="Gotham Bold" charset="0"/>
            </a:endParaRPr>
          </a:p>
        </p:txBody>
      </p:sp>
      <p:sp>
        <p:nvSpPr>
          <p:cNvPr id="3" name="CuadroTexto 4"/>
          <p:cNvSpPr txBox="1">
            <a:spLocks noChangeArrowheads="1"/>
          </p:cNvSpPr>
          <p:nvPr/>
        </p:nvSpPr>
        <p:spPr bwMode="auto">
          <a:xfrm>
            <a:off x="1768223" y="3538017"/>
            <a:ext cx="560755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600" b="1" i="1" cap="small">
                <a:solidFill>
                  <a:srgbClr val="595959"/>
                </a:solidFill>
                <a:latin typeface="HelveticaNeueLT Std Blk" pitchFamily="34" charset="0"/>
                <a:ea typeface="ＭＳ Ｐゴシック" pitchFamily="34" charset="-128"/>
                <a:cs typeface="Arial" charset="0"/>
              </a:rPr>
              <a:t>Comité Interno de Gobierno Digital </a:t>
            </a:r>
            <a:r>
              <a:rPr lang="es-MX" sz="1600" b="1" i="1" cap="small">
                <a:solidFill>
                  <a:srgbClr val="595959"/>
                </a:solidFill>
                <a:latin typeface="Gotham Medium" pitchFamily="2" charset="0"/>
                <a:ea typeface="ＭＳ Ｐゴシック" pitchFamily="34" charset="-128"/>
                <a:cs typeface="Arial" charset="0"/>
              </a:rPr>
              <a:t> </a:t>
            </a:r>
          </a:p>
        </p:txBody>
      </p:sp>
      <p:sp>
        <p:nvSpPr>
          <p:cNvPr id="6" name="6 Rectángulo">
            <a:extLst>
              <a:ext uri="{FF2B5EF4-FFF2-40B4-BE49-F238E27FC236}">
                <a16:creationId xmlns:a16="http://schemas.microsoft.com/office/drawing/2014/main" id="{24779E1E-28B7-4E5E-B317-DB41B0C440CC}"/>
              </a:ext>
            </a:extLst>
          </p:cNvPr>
          <p:cNvSpPr/>
          <p:nvPr/>
        </p:nvSpPr>
        <p:spPr>
          <a:xfrm>
            <a:off x="1154582" y="5765647"/>
            <a:ext cx="7847134" cy="2533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s-MX" sz="800" b="1">
                <a:latin typeface="HelveticaNeueLT Std" pitchFamily="34" charset="0"/>
              </a:rPr>
              <a:t>Julio 2023</a:t>
            </a:r>
          </a:p>
        </p:txBody>
      </p:sp>
    </p:spTree>
    <p:extLst>
      <p:ext uri="{BB962C8B-B14F-4D97-AF65-F5344CB8AC3E}">
        <p14:creationId xmlns:p14="http://schemas.microsoft.com/office/powerpoint/2010/main" val="4041946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654121" y="242337"/>
            <a:ext cx="7835758" cy="356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s-MX" sz="1300" b="1">
                <a:latin typeface="HelveticaNeueLT Std Blk" pitchFamily="34" charset="0"/>
              </a:rPr>
              <a:t>1. LISTA DE ASISTENCIA Y DECLARACIÓN DEL QUÓRUM</a:t>
            </a:r>
          </a:p>
        </p:txBody>
      </p:sp>
      <p:graphicFrame>
        <p:nvGraphicFramePr>
          <p:cNvPr id="6" name="5 Tabla">
            <a:extLst>
              <a:ext uri="{FF2B5EF4-FFF2-40B4-BE49-F238E27FC236}">
                <a16:creationId xmlns:a16="http://schemas.microsoft.com/office/drawing/2014/main" id="{E85FE28C-CDF9-DC41-9DF1-F92D521659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704271"/>
              </p:ext>
            </p:extLst>
          </p:nvPr>
        </p:nvGraphicFramePr>
        <p:xfrm>
          <a:off x="2350156" y="1006135"/>
          <a:ext cx="4443688" cy="4845730"/>
        </p:xfrm>
        <a:graphic>
          <a:graphicData uri="http://schemas.openxmlformats.org/drawingml/2006/table">
            <a:tbl>
              <a:tblPr/>
              <a:tblGrid>
                <a:gridCol w="4443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086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ea typeface="Calibri" pitchFamily="34" charset="0"/>
                          <a:cs typeface="Times New Roman" pitchFamily="18" charset="0"/>
                        </a:rPr>
                        <a:t>Miembros del Comité</a:t>
                      </a:r>
                    </a:p>
                  </a:txBody>
                  <a:tcPr marL="50601" marR="50601" marT="0" marB="0" anchor="ctr" horzOverflow="overflow">
                    <a:lnL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43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ea typeface="Calibri" pitchFamily="34" charset="0"/>
                          <a:cs typeface="Times New Roman" pitchFamily="18" charset="0"/>
                        </a:rPr>
                        <a:t>Mtro. Jorge Bernaldez García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ea typeface="MS PGothic" pitchFamily="34" charset="-128"/>
                          <a:cs typeface="Arial" pitchFamily="34" charset="0"/>
                        </a:rPr>
                        <a:t>Rector y Presidente Del Comité</a:t>
                      </a:r>
                    </a:p>
                  </a:txBody>
                  <a:tcPr marL="50601" marR="50601" marT="0" marB="0" anchor="ctr" horzOverflow="overflow">
                    <a:lnL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572">
                <a:tc>
                  <a:txBody>
                    <a:bodyPr/>
                    <a:lstStyle/>
                    <a:p>
                      <a:pPr algn="ctr"/>
                      <a:r>
                        <a:rPr kumimoji="0" lang="es-ES_tradnl" sz="1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cs typeface="Times New Roman" pitchFamily="18" charset="0"/>
                        </a:rPr>
                        <a:t>Lic. Octavio García Chávez</a:t>
                      </a:r>
                    </a:p>
                    <a:p>
                      <a:pPr algn="ctr"/>
                      <a:r>
                        <a:rPr kumimoji="0" lang="es-ES_tradnl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cs typeface="Times New Roman" pitchFamily="18" charset="0"/>
                        </a:rPr>
                        <a:t>Director de Administración y Finanzas</a:t>
                      </a:r>
                    </a:p>
                    <a:p>
                      <a:pPr algn="ctr"/>
                      <a:r>
                        <a:rPr kumimoji="0" lang="es-ES_tradnl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cs typeface="Times New Roman" pitchFamily="18" charset="0"/>
                        </a:rPr>
                        <a:t>y Secretario Ejecutivo</a:t>
                      </a:r>
                      <a:endParaRPr lang="es-ES_tradnl" b="0" noProof="0" dirty="0"/>
                    </a:p>
                  </a:txBody>
                  <a:tcPr marL="50601" marR="50601" marT="0" marB="0" anchor="ctr" horzOverflow="overflow">
                    <a:lnL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4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ea typeface="Calibri" pitchFamily="34" charset="0"/>
                          <a:cs typeface="Times New Roman" pitchFamily="18" charset="0"/>
                        </a:rPr>
                        <a:t>Mtra. Heidi Trujillo Tamez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ea typeface="Calibri" pitchFamily="34" charset="0"/>
                          <a:cs typeface="Times New Roman" pitchFamily="18" charset="0"/>
                        </a:rPr>
                        <a:t>Secretaria Académica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ea typeface="Calibri" pitchFamily="34" charset="0"/>
                          <a:cs typeface="Times New Roman" pitchFamily="18" charset="0"/>
                        </a:rPr>
                        <a:t>y Vocal</a:t>
                      </a:r>
                      <a:endParaRPr kumimoji="0" lang="es-ES_tradnl" sz="10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NeueLT Std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0601" marR="50601" marT="0" marB="0" anchor="ctr" horzOverflow="overflow">
                    <a:lnL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394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ea typeface="Calibri" pitchFamily="34" charset="0"/>
                          <a:cs typeface="Times New Roman" pitchFamily="18" charset="0"/>
                        </a:rPr>
                        <a:t>Lic. Juan Portilla Estrada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ea typeface="Calibri" pitchFamily="34" charset="0"/>
                          <a:cs typeface="Times New Roman" pitchFamily="18" charset="0"/>
                        </a:rPr>
                        <a:t>Secretario de Vinculación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ea typeface="Calibri" pitchFamily="34" charset="0"/>
                          <a:cs typeface="Times New Roman" pitchFamily="18" charset="0"/>
                        </a:rPr>
                        <a:t>y Vocal</a:t>
                      </a:r>
                    </a:p>
                  </a:txBody>
                  <a:tcPr marL="50601" marR="50601" marT="0" marB="0" anchor="ctr" horzOverflow="overflow">
                    <a:lnL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394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ea typeface="Calibri" pitchFamily="34" charset="0"/>
                          <a:cs typeface="Times New Roman" pitchFamily="18" charset="0"/>
                        </a:rPr>
                        <a:t>Mtra. Sofía Leticia Medina Avendaño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ea typeface="Calibri" pitchFamily="34" charset="0"/>
                          <a:cs typeface="Times New Roman" pitchFamily="18" charset="0"/>
                        </a:rPr>
                        <a:t>Directora de Difusión y Extensión Universitaria 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ea typeface="Calibri" pitchFamily="34" charset="0"/>
                          <a:cs typeface="Times New Roman" pitchFamily="18" charset="0"/>
                        </a:rPr>
                        <a:t>y Vocal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_tradnl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NeueLT Std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0601" marR="50601" marT="0" marB="0" anchor="ctr" horzOverflow="overflow">
                    <a:lnL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724882"/>
                  </a:ext>
                </a:extLst>
              </a:tr>
              <a:tr h="55006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ea typeface="Calibri" pitchFamily="34" charset="0"/>
                          <a:cs typeface="Times New Roman" pitchFamily="18" charset="0"/>
                        </a:rPr>
                        <a:t>Mtro. Carlos Millán Hinojosa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ea typeface="Calibri" pitchFamily="34" charset="0"/>
                          <a:cs typeface="Times New Roman" pitchFamily="18" charset="0"/>
                        </a:rPr>
                        <a:t>Director de la Carrera de Tecnologías de la Información y Comunicación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ea typeface="Calibri" pitchFamily="34" charset="0"/>
                          <a:cs typeface="Times New Roman" pitchFamily="18" charset="0"/>
                        </a:rPr>
                        <a:t>y Vocal</a:t>
                      </a:r>
                    </a:p>
                  </a:txBody>
                  <a:tcPr marL="50601" marR="50601" marT="0" marB="0" anchor="ctr" horzOverflow="overflow">
                    <a:lnL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07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ea typeface="Calibri" pitchFamily="34" charset="0"/>
                          <a:cs typeface="Times New Roman" pitchFamily="18" charset="0"/>
                        </a:rPr>
                        <a:t>C.P. Jorge Erick López Mena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ea typeface="Calibri" pitchFamily="34" charset="0"/>
                          <a:cs typeface="Times New Roman" pitchFamily="18" charset="0"/>
                        </a:rPr>
                        <a:t>Titular del Órgano Interno de Control </a:t>
                      </a:r>
                    </a:p>
                  </a:txBody>
                  <a:tcPr marL="50601" marR="50601" marT="0" marB="0" anchor="ctr" horzOverflow="overflow">
                    <a:lnL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727823"/>
                  </a:ext>
                </a:extLst>
              </a:tr>
              <a:tr h="58079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ea typeface="Calibri" pitchFamily="34" charset="0"/>
                          <a:cs typeface="Times New Roman" pitchFamily="18" charset="0"/>
                        </a:rPr>
                        <a:t>Ing. Carlos Uriel Molina Villegas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ea typeface="MS PGothic" pitchFamily="34" charset="-128"/>
                          <a:cs typeface="Arial" pitchFamily="34" charset="0"/>
                        </a:rPr>
                        <a:t>Jefe del Departamento de Sistemas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NeueLT Std" pitchFamily="34" charset="0"/>
                          <a:ea typeface="MS PGothic" pitchFamily="34" charset="-128"/>
                          <a:cs typeface="Arial" pitchFamily="34" charset="0"/>
                        </a:rPr>
                        <a:t>y Secretario Técnico</a:t>
                      </a:r>
                      <a:endParaRPr kumimoji="0" lang="es-ES_tradnl" sz="1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NeueLT Std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0601" marR="50601" marT="0" marB="0" anchor="ctr" horzOverflow="overflow">
                    <a:lnL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758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0589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Rectángulo"/>
          <p:cNvSpPr/>
          <p:nvPr/>
        </p:nvSpPr>
        <p:spPr>
          <a:xfrm>
            <a:off x="654120" y="345224"/>
            <a:ext cx="7835758" cy="356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s-MX" sz="1300" b="1">
                <a:latin typeface="HelveticaNeueLT Std Blk" pitchFamily="34" charset="0"/>
              </a:rPr>
              <a:t>2. LECTURA Y APROBACIÓN DEL ORDEN DEL DÍA</a:t>
            </a:r>
          </a:p>
        </p:txBody>
      </p:sp>
      <p:sp>
        <p:nvSpPr>
          <p:cNvPr id="5" name="4 Rectángulo"/>
          <p:cNvSpPr/>
          <p:nvPr/>
        </p:nvSpPr>
        <p:spPr>
          <a:xfrm>
            <a:off x="913582" y="1751553"/>
            <a:ext cx="7316835" cy="2756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300" b="1" dirty="0">
                <a:solidFill>
                  <a:prstClr val="black"/>
                </a:solidFill>
                <a:latin typeface="HelveticaNeueLT Std" pitchFamily="34" charset="0"/>
              </a:rPr>
              <a:t>Orden del Día</a:t>
            </a:r>
            <a:endParaRPr lang="es-MX" sz="1300" dirty="0">
              <a:solidFill>
                <a:prstClr val="black"/>
              </a:solidFill>
              <a:latin typeface="HelveticaNeueLT Std" pitchFamily="34" charset="0"/>
            </a:endParaRPr>
          </a:p>
          <a:p>
            <a:pPr marL="342900" indent="-342900" algn="just">
              <a:lnSpc>
                <a:spcPct val="150000"/>
              </a:lnSpc>
              <a:buFontTx/>
              <a:buAutoNum type="arabicPeriod"/>
            </a:pPr>
            <a:r>
              <a:rPr lang="es-MX" sz="1300" dirty="0">
                <a:solidFill>
                  <a:prstClr val="black"/>
                </a:solidFill>
                <a:latin typeface="HelveticaNeueLT Std" pitchFamily="34" charset="0"/>
              </a:rPr>
              <a:t>Lista de Asistencia y Declaración del Quórum.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sz="1300" dirty="0">
                <a:solidFill>
                  <a:prstClr val="black"/>
                </a:solidFill>
                <a:latin typeface="HelveticaNeueLT Std" pitchFamily="34" charset="0"/>
              </a:rPr>
              <a:t>Lectura y Aprobación del Orden del Día.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sz="1300" dirty="0">
                <a:solidFill>
                  <a:prstClr val="black"/>
                </a:solidFill>
                <a:latin typeface="HelveticaNeueLT Std" pitchFamily="34" charset="0"/>
              </a:rPr>
              <a:t>Ratificación del acta de la sesión anterior.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sz="1300" dirty="0">
                <a:solidFill>
                  <a:prstClr val="black"/>
                </a:solidFill>
                <a:latin typeface="HelveticaNeueLT Std" pitchFamily="34" charset="0"/>
              </a:rPr>
              <a:t>Segundo Informe Trimestral del Programa de Trabajo en Materia de Tecnologías de la Información 2023.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sz="1300" dirty="0">
                <a:solidFill>
                  <a:prstClr val="black"/>
                </a:solidFill>
                <a:latin typeface="HelveticaNeueLT Std" pitchFamily="34" charset="0"/>
              </a:rPr>
              <a:t>Presentación y en su caso, aprobación del Programa de Trabajo en Materia de Tecnologías de la Información 2024.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s-MX" sz="1300" dirty="0">
                <a:solidFill>
                  <a:prstClr val="black"/>
                </a:solidFill>
                <a:latin typeface="HelveticaNeueLT Std" pitchFamily="34" charset="0"/>
              </a:rPr>
              <a:t>Asuntos Generales.</a:t>
            </a:r>
          </a:p>
        </p:txBody>
      </p:sp>
    </p:spTree>
    <p:extLst>
      <p:ext uri="{BB962C8B-B14F-4D97-AF65-F5344CB8AC3E}">
        <p14:creationId xmlns:p14="http://schemas.microsoft.com/office/powerpoint/2010/main" val="93985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2597728" y="393042"/>
            <a:ext cx="6076374" cy="355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s-MX" sz="1300" b="1">
                <a:latin typeface="HelveticaNeueLT Std Blk" pitchFamily="34" charset="0"/>
              </a:rPr>
              <a:t>3. RATIFICACIÓN DEL ACTA DE LA SESIÓN ANTERIOR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1EF84D5-14A8-DF4E-A6C6-FBE4DF334F4A}"/>
              </a:ext>
            </a:extLst>
          </p:cNvPr>
          <p:cNvSpPr txBox="1"/>
          <p:nvPr/>
        </p:nvSpPr>
        <p:spPr>
          <a:xfrm>
            <a:off x="698670" y="2749936"/>
            <a:ext cx="77466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>
                <a:solidFill>
                  <a:prstClr val="black"/>
                </a:solidFill>
                <a:latin typeface="HelveticaNeueLT Std" pitchFamily="34" charset="0"/>
              </a:rPr>
              <a:t>El acta de la II Sesión Ordinaria fue enviada con anterioridad a los miembros del Comité para su revisión y se encuentra firmada en su totalidad</a:t>
            </a:r>
          </a:p>
          <a:p>
            <a:pPr algn="ctr"/>
            <a:r>
              <a:rPr lang="es-MX">
                <a:solidFill>
                  <a:prstClr val="black"/>
                </a:solidFill>
                <a:latin typeface="HelveticaNeueLT Std" pitchFamily="34" charset="0"/>
              </a:rPr>
              <a:t>(Ver Anexo 1)</a:t>
            </a:r>
          </a:p>
          <a:p>
            <a:pPr algn="just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1587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2597728" y="393042"/>
            <a:ext cx="6076374" cy="655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s-MX" sz="1300" b="1" dirty="0">
                <a:latin typeface="HelveticaNeueLT Std Blk" pitchFamily="34" charset="0"/>
              </a:rPr>
              <a:t>4. </a:t>
            </a:r>
            <a:r>
              <a:rPr lang="es-MX" sz="1300" b="1">
                <a:latin typeface="HelveticaNeueLT Std Blk" pitchFamily="34" charset="0"/>
              </a:rPr>
              <a:t>SEGUNDO INFORME TRIMESTRAL DEL PROGRAMA DE TRABAJO EN MATERIA DE TECNOLOGÍAS DE LA INFORMACIÓN 2023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1EF84D5-14A8-DF4E-A6C6-FBE4DF334F4A}"/>
              </a:ext>
            </a:extLst>
          </p:cNvPr>
          <p:cNvSpPr txBox="1"/>
          <p:nvPr/>
        </p:nvSpPr>
        <p:spPr>
          <a:xfrm>
            <a:off x="698670" y="1642972"/>
            <a:ext cx="77466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 fundamento en los artículos 46 y 47 de la Ley de Gobierno Digital del Estado de México y Municipios y 24 fracción VII, 37 fracción II y 45 de su Reglamento, se emite el avance del Programa de Trabajo en Materia de Tecnologías de Información correspondiente al Segundo Trimestre 2023.</a:t>
            </a:r>
          </a:p>
          <a:p>
            <a:pPr algn="just"/>
            <a:endParaRPr lang="es-MX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just"/>
            <a:r>
              <a:rPr lang="es-MX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 cierre del segundo trimestre se reporta un porcentaje de avance general del 43.75% de acuerdo a lo programado.</a:t>
            </a:r>
          </a:p>
          <a:p>
            <a:pPr algn="just"/>
            <a:endParaRPr lang="es-MX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just"/>
            <a:endParaRPr lang="es-MX" dirty="0"/>
          </a:p>
          <a:p>
            <a:pPr algn="just"/>
            <a:endParaRPr lang="es-MX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9AF9951-F18A-D142-94A0-6039928C5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359068"/>
              </p:ext>
            </p:extLst>
          </p:nvPr>
        </p:nvGraphicFramePr>
        <p:xfrm>
          <a:off x="628649" y="3783724"/>
          <a:ext cx="7886700" cy="2064857"/>
        </p:xfrm>
        <a:graphic>
          <a:graphicData uri="http://schemas.openxmlformats.org/drawingml/2006/table">
            <a:tbl>
              <a:tblPr firstRow="1" firstCol="1" bandRow="1">
                <a:tableStyleId>{912C8C85-51F0-491E-9774-3900AFEF0FD7}</a:tableStyleId>
              </a:tblPr>
              <a:tblGrid>
                <a:gridCol w="4681545">
                  <a:extLst>
                    <a:ext uri="{9D8B030D-6E8A-4147-A177-3AD203B41FA5}">
                      <a16:colId xmlns:a16="http://schemas.microsoft.com/office/drawing/2014/main" val="801129326"/>
                    </a:ext>
                  </a:extLst>
                </a:gridCol>
                <a:gridCol w="1772930">
                  <a:extLst>
                    <a:ext uri="{9D8B030D-6E8A-4147-A177-3AD203B41FA5}">
                      <a16:colId xmlns:a16="http://schemas.microsoft.com/office/drawing/2014/main" val="3143077366"/>
                    </a:ext>
                  </a:extLst>
                </a:gridCol>
                <a:gridCol w="1432225">
                  <a:extLst>
                    <a:ext uri="{9D8B030D-6E8A-4147-A177-3AD203B41FA5}">
                      <a16:colId xmlns:a16="http://schemas.microsoft.com/office/drawing/2014/main" val="3592628725"/>
                    </a:ext>
                  </a:extLst>
                </a:gridCol>
              </a:tblGrid>
              <a:tr h="4745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_tradnl" sz="1400" kern="1200" dirty="0">
                          <a:solidFill>
                            <a:schemeClr val="tx1"/>
                          </a:solidFill>
                        </a:rPr>
                        <a:t>Nombre del Proyecto</a:t>
                      </a:r>
                      <a:endParaRPr lang="es-MX" sz="1400" kern="120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_tradnl" sz="1400" kern="1200" dirty="0">
                          <a:solidFill>
                            <a:schemeClr val="tx1"/>
                          </a:solidFill>
                        </a:rPr>
                        <a:t>Porcentaje de avance</a:t>
                      </a:r>
                      <a:endParaRPr lang="es-MX" sz="1400" kern="120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_tradnl" sz="1400" kern="1200" dirty="0">
                          <a:solidFill>
                            <a:schemeClr val="tx1"/>
                          </a:solidFill>
                        </a:rPr>
                        <a:t>Estatus</a:t>
                      </a:r>
                      <a:endParaRPr lang="es-MX" sz="1400" kern="120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85751084"/>
                  </a:ext>
                </a:extLst>
              </a:tr>
              <a:tr h="31090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_tradnl" sz="1400" kern="1200" dirty="0">
                          <a:solidFill>
                            <a:schemeClr val="tx1"/>
                          </a:solidFill>
                        </a:rPr>
                        <a:t>Fortalecimiento de la infraestructura de bienes informáticos</a:t>
                      </a:r>
                      <a:endParaRPr lang="es-MX" sz="1400" kern="120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_tradnl" sz="1400" kern="12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s-MX" sz="1400" kern="120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_tradnl" sz="1400" kern="1200" dirty="0">
                          <a:solidFill>
                            <a:schemeClr val="tx1"/>
                          </a:solidFill>
                        </a:rPr>
                        <a:t>Finalizado</a:t>
                      </a:r>
                      <a:endParaRPr lang="es-MX" sz="1400" kern="120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86092898"/>
                  </a:ext>
                </a:extLst>
              </a:tr>
              <a:tr h="65761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_tradnl" sz="1400" kern="1200" dirty="0">
                          <a:solidFill>
                            <a:schemeClr val="tx1"/>
                          </a:solidFill>
                        </a:rPr>
                        <a:t>Modernizar la Infraestructura de Tecnologías de la Información y Comunicación</a:t>
                      </a:r>
                      <a:endParaRPr lang="es-MX" sz="1400" kern="120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_tradnl" sz="1400" kern="12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s-MX" sz="1400" kern="120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_tradnl" sz="1400" kern="1200" dirty="0">
                          <a:solidFill>
                            <a:schemeClr val="tx1"/>
                          </a:solidFill>
                        </a:rPr>
                        <a:t>En proceso</a:t>
                      </a:r>
                      <a:endParaRPr lang="es-MX" sz="1400" kern="120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90236002"/>
                  </a:ext>
                </a:extLst>
              </a:tr>
              <a:tr h="31090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_tradnl" sz="1400" kern="1200" dirty="0">
                          <a:solidFill>
                            <a:schemeClr val="tx1"/>
                          </a:solidFill>
                        </a:rPr>
                        <a:t>Fortalecimiento de las plataformas digitales</a:t>
                      </a:r>
                      <a:endParaRPr lang="es-MX" sz="1400" kern="120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_tradnl" sz="1400" kern="12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s-MX" sz="1400" kern="120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_tradnl" sz="1400" kern="1200" dirty="0">
                          <a:solidFill>
                            <a:schemeClr val="tx1"/>
                          </a:solidFill>
                        </a:rPr>
                        <a:t>En proceso</a:t>
                      </a:r>
                      <a:endParaRPr lang="es-MX" sz="1400" kern="120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81148831"/>
                  </a:ext>
                </a:extLst>
              </a:tr>
              <a:tr h="31090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_tradnl" sz="1400" kern="1200" dirty="0">
                          <a:solidFill>
                            <a:schemeClr val="tx1"/>
                          </a:solidFill>
                        </a:rPr>
                        <a:t>Fortalecimiento de la infraestructura de Telecomunicaciones</a:t>
                      </a:r>
                      <a:endParaRPr lang="es-MX" sz="1400" kern="120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_tradnl" sz="1400" kern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s-MX" sz="1400" kern="120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_tradnl" sz="1400" kern="1200" dirty="0">
                          <a:solidFill>
                            <a:schemeClr val="tx1"/>
                          </a:solidFill>
                        </a:rPr>
                        <a:t>No iniciado</a:t>
                      </a:r>
                      <a:endParaRPr lang="es-MX" sz="1400" kern="120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1798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414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CBB95-A070-E77C-B0CE-D83C0BD36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923630-C65B-187A-75D6-E13CC02C1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36630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2597728" y="393042"/>
            <a:ext cx="6076374" cy="655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s-MX" sz="1300" b="1">
                <a:latin typeface="HelveticaNeueLT Std Blk" pitchFamily="34" charset="0"/>
              </a:rPr>
              <a:t>5. PRESENTACIÓN, Y EN SU CASO, APROBACIÓN DEL PROGRAMA DE TRABAJO EN MATERIA DE TECNOLOGÍAS DE LA INFORMACIÓN 2023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1EF84D5-14A8-DF4E-A6C6-FBE4DF334F4A}"/>
              </a:ext>
            </a:extLst>
          </p:cNvPr>
          <p:cNvSpPr txBox="1"/>
          <p:nvPr/>
        </p:nvSpPr>
        <p:spPr>
          <a:xfrm>
            <a:off x="698670" y="2690336"/>
            <a:ext cx="77466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Con fundamento en el artículo 17 de la Ley de Gobierno Digital del Estado de México y Municipios, así como los artículos 24, 26 y 36 del Reglamento de la Ley de Gobierno Digital del Estado de México y Municipios, se emiten los proyectos a ejecutar en el Programa de Trabajo en Materia de Tecnologías de la Información para el ejercicio 2023.</a:t>
            </a:r>
          </a:p>
        </p:txBody>
      </p:sp>
    </p:spTree>
    <p:extLst>
      <p:ext uri="{BB962C8B-B14F-4D97-AF65-F5344CB8AC3E}">
        <p14:creationId xmlns:p14="http://schemas.microsoft.com/office/powerpoint/2010/main" val="1219893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2597728" y="393042"/>
            <a:ext cx="6076374" cy="655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s-MX" sz="1300" b="1">
                <a:latin typeface="HelveticaNeueLT Std Blk" pitchFamily="34" charset="0"/>
              </a:rPr>
              <a:t>5. PRESENTACIÓN, Y EN SU CASO, APROBACIÓN DEL PROGRAMA DE TRABAJO EN MATERIA DE TECNOLOGÍAS DE LA INFORMACIÓN 2023 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7B100C4-D18B-3E72-8C54-05FDE3B56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293654"/>
              </p:ext>
            </p:extLst>
          </p:nvPr>
        </p:nvGraphicFramePr>
        <p:xfrm>
          <a:off x="515007" y="1147406"/>
          <a:ext cx="8075011" cy="4660783"/>
        </p:xfrm>
        <a:graphic>
          <a:graphicData uri="http://schemas.openxmlformats.org/drawingml/2006/table">
            <a:tbl>
              <a:tblPr firstRow="1" firstCol="1" bandRow="1">
                <a:tableStyleId>{912C8C85-51F0-491E-9774-3900AFEF0FD7}</a:tableStyleId>
              </a:tblPr>
              <a:tblGrid>
                <a:gridCol w="469851">
                  <a:extLst>
                    <a:ext uri="{9D8B030D-6E8A-4147-A177-3AD203B41FA5}">
                      <a16:colId xmlns:a16="http://schemas.microsoft.com/office/drawing/2014/main" val="3122642591"/>
                    </a:ext>
                  </a:extLst>
                </a:gridCol>
                <a:gridCol w="3582588">
                  <a:extLst>
                    <a:ext uri="{9D8B030D-6E8A-4147-A177-3AD203B41FA5}">
                      <a16:colId xmlns:a16="http://schemas.microsoft.com/office/drawing/2014/main" val="933538945"/>
                    </a:ext>
                  </a:extLst>
                </a:gridCol>
                <a:gridCol w="4022572">
                  <a:extLst>
                    <a:ext uri="{9D8B030D-6E8A-4147-A177-3AD203B41FA5}">
                      <a16:colId xmlns:a16="http://schemas.microsoft.com/office/drawing/2014/main" val="4029265663"/>
                    </a:ext>
                  </a:extLst>
                </a:gridCol>
              </a:tblGrid>
              <a:tr h="19015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N. P.</a:t>
                      </a:r>
                      <a:endParaRPr lang="es-MX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Nombre del Proyecto</a:t>
                      </a:r>
                      <a:endParaRPr lang="es-MX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Descripción</a:t>
                      </a:r>
                      <a:endParaRPr lang="es-MX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3467415"/>
                  </a:ext>
                </a:extLst>
              </a:tr>
              <a:tr h="3891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1</a:t>
                      </a:r>
                      <a:endParaRPr lang="es-MX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Implementación de “Herramientas de accesibilidad” en el sitio web institucional.</a:t>
                      </a:r>
                      <a:endParaRPr lang="es-MX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Las “Herramientas de Accesibilidad” ayudarán a que el sitio web institucional sea más inclusivo.</a:t>
                      </a:r>
                      <a:endParaRPr lang="es-MX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0027978"/>
                  </a:ext>
                </a:extLst>
              </a:tr>
              <a:tr h="5119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2</a:t>
                      </a:r>
                      <a:endParaRPr lang="es-MX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Asignación de cuentas de correo electrónico institucional a la comunidad estudiantil.</a:t>
                      </a:r>
                      <a:endParaRPr lang="es-MX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Asignar cuentas de correo institucional proporcionará beneficios a los estudiantes como herramientas digitales, almacenamiento en la nube y software de ofimática de manera gratuita.</a:t>
                      </a:r>
                      <a:endParaRPr lang="es-MX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1059952"/>
                  </a:ext>
                </a:extLst>
              </a:tr>
              <a:tr h="5881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3</a:t>
                      </a:r>
                      <a:endParaRPr lang="es-MX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Sistema de almacenamiento y consulta digital de las Memorias de Estadía.</a:t>
                      </a:r>
                      <a:endParaRPr lang="es-MX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Desarrollo de una plataforma digital que permita almacenar y consultar de manera digital, las “Memorias de Estadía” generadas por la comunidad estudiantil.</a:t>
                      </a:r>
                      <a:endParaRPr lang="es-MX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5710377"/>
                  </a:ext>
                </a:extLst>
              </a:tr>
              <a:tr h="5881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4</a:t>
                      </a:r>
                      <a:endParaRPr lang="es-MX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Renovación del conmutador telefónico en la Unidad Lerma.</a:t>
                      </a:r>
                      <a:endParaRPr lang="es-MX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Reemplazar el conmutador telefónico dañado para cubrir las necesidades de telefonía de la Institución.</a:t>
                      </a:r>
                      <a:endParaRPr lang="es-MX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0008471"/>
                  </a:ext>
                </a:extLst>
              </a:tr>
              <a:tr h="7717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MX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Migración del “Directorio Activo” a la versión Windows Server 2019.</a:t>
                      </a:r>
                      <a:endParaRPr lang="es-MX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Licenciamiento del sistema operativo Windows Server 2016 para la actualización del “Directorio Activo” (plataforma centralizada para la asignación de cuentas de usuario en equipos de cómputo).</a:t>
                      </a:r>
                      <a:endParaRPr lang="es-MX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2687054"/>
                  </a:ext>
                </a:extLst>
              </a:tr>
              <a:tr h="3891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6</a:t>
                      </a:r>
                      <a:endParaRPr lang="es-MX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Renovación del software antivirus institucional.</a:t>
                      </a:r>
                      <a:endParaRPr lang="es-MX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Renovación de licenciamiento del antivirus institucional que protege los bienes informáticos de la Institución.</a:t>
                      </a:r>
                      <a:endParaRPr lang="es-MX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4590397"/>
                  </a:ext>
                </a:extLst>
              </a:tr>
              <a:tr h="3891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7</a:t>
                      </a:r>
                      <a:endParaRPr lang="es-MX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Fortalecimiento de la infraestructura de bienes informáticos.</a:t>
                      </a:r>
                      <a:endParaRPr lang="es-MX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Renovación de bienes informáticos obsoletos de conformidad con el presupuesto autorizado.</a:t>
                      </a:r>
                      <a:endParaRPr lang="es-MX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1878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8</a:t>
                      </a:r>
                      <a:endParaRPr lang="es-MX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Fortalecimiento de la infraestructura de telecomunicaciones.</a:t>
                      </a:r>
                      <a:endParaRPr lang="es-MX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_tradnl" sz="1200" dirty="0">
                          <a:effectLst/>
                        </a:rPr>
                        <a:t>Renovación del equipamiento que aprovisiona el servicio de acceso a internet de conformidad con el presupuesto autorizado.</a:t>
                      </a:r>
                      <a:endParaRPr lang="es-MX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3089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566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2939844" y="393042"/>
            <a:ext cx="5734257" cy="355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s-MX" sz="1300" b="1">
                <a:latin typeface="HelveticaNeueLT Std Blk" pitchFamily="34" charset="0"/>
              </a:rPr>
              <a:t>6. ASUNTOS GENERALES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0E50955-6FD7-D1D1-E8DB-44F20F02F158}"/>
              </a:ext>
            </a:extLst>
          </p:cNvPr>
          <p:cNvSpPr txBox="1"/>
          <p:nvPr/>
        </p:nvSpPr>
        <p:spPr>
          <a:xfrm>
            <a:off x="698670" y="2252571"/>
            <a:ext cx="7746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 hay asuntos registrados.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6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93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1EF84D5-14A8-DF4E-A6C6-FBE4DF334F4A}"/>
              </a:ext>
            </a:extLst>
          </p:cNvPr>
          <p:cNvSpPr txBox="1"/>
          <p:nvPr/>
        </p:nvSpPr>
        <p:spPr>
          <a:xfrm>
            <a:off x="698670" y="2228671"/>
            <a:ext cx="77466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/>
              <a:t>SIENDO LAS _____ HORAS CON _____ MINUTOS DEL DÍA __ DEL MES DE ____ DE 2022; SE DA POR  CONCLUIDA LA 3ª SESIÓN ORDINARIA DEL COMITÉ INTERNO DE GOBIERNO DIGITAL DE LA UNIVERSIDAD TECNOLÓGICA DEL VALLE DE TOLUCA.</a:t>
            </a:r>
          </a:p>
          <a:p>
            <a:pPr algn="just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8258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13">
            <a:extLst>
              <a:ext uri="{FF2B5EF4-FFF2-40B4-BE49-F238E27FC236}">
                <a16:creationId xmlns:a16="http://schemas.microsoft.com/office/drawing/2014/main" id="{0DF67173-0340-034E-9BE5-C94BECEDC19B}"/>
              </a:ext>
            </a:extLst>
          </p:cNvPr>
          <p:cNvSpPr txBox="1"/>
          <p:nvPr/>
        </p:nvSpPr>
        <p:spPr>
          <a:xfrm>
            <a:off x="0" y="2292409"/>
            <a:ext cx="9143999" cy="10894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  <a:tabLst>
                <a:tab pos="1553210" algn="l"/>
                <a:tab pos="3035300" algn="l"/>
                <a:tab pos="4529455" algn="l"/>
                <a:tab pos="6010910" algn="l"/>
              </a:tabLst>
            </a:pPr>
            <a:r>
              <a:rPr lang="es-MX" sz="7000" spc="-5">
                <a:latin typeface="Arial MT"/>
                <a:cs typeface="Arial MT"/>
              </a:rPr>
              <a:t>ANEXOS</a:t>
            </a:r>
            <a:endParaRPr sz="70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338886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3">
            <a:extLst>
              <a:ext uri="{FF2B5EF4-FFF2-40B4-BE49-F238E27FC236}">
                <a16:creationId xmlns:a16="http://schemas.microsoft.com/office/drawing/2014/main" id="{C1FBA87C-D3CB-3742-8245-14A2333A785E}"/>
              </a:ext>
            </a:extLst>
          </p:cNvPr>
          <p:cNvSpPr txBox="1"/>
          <p:nvPr/>
        </p:nvSpPr>
        <p:spPr>
          <a:xfrm>
            <a:off x="180975" y="254059"/>
            <a:ext cx="9143999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553210" algn="l"/>
                <a:tab pos="3035300" algn="l"/>
                <a:tab pos="4529455" algn="l"/>
                <a:tab pos="6010910" algn="l"/>
              </a:tabLst>
            </a:pPr>
            <a:r>
              <a:rPr lang="es-MX" sz="2000" spc="-5">
                <a:latin typeface="Arial MT"/>
                <a:cs typeface="Arial MT"/>
              </a:rPr>
              <a:t>Anexo 1.</a:t>
            </a:r>
            <a:endParaRPr lang="es-MX" sz="2000">
              <a:latin typeface="Arial MT"/>
              <a:cs typeface="Arial M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55B2970-4320-074C-824B-B4684210CB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61993" y="615108"/>
            <a:ext cx="4101783" cy="53466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A898DDF-2FDC-9A10-75A6-8F9FEB73AB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8583" y="574018"/>
            <a:ext cx="4158563" cy="54206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78719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3">
            <a:extLst>
              <a:ext uri="{FF2B5EF4-FFF2-40B4-BE49-F238E27FC236}">
                <a16:creationId xmlns:a16="http://schemas.microsoft.com/office/drawing/2014/main" id="{C1FBA87C-D3CB-3742-8245-14A2333A785E}"/>
              </a:ext>
            </a:extLst>
          </p:cNvPr>
          <p:cNvSpPr txBox="1"/>
          <p:nvPr/>
        </p:nvSpPr>
        <p:spPr>
          <a:xfrm>
            <a:off x="180975" y="254059"/>
            <a:ext cx="9143999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553210" algn="l"/>
                <a:tab pos="3035300" algn="l"/>
                <a:tab pos="4529455" algn="l"/>
                <a:tab pos="6010910" algn="l"/>
              </a:tabLst>
            </a:pPr>
            <a:r>
              <a:rPr lang="es-MX" sz="2000" spc="-5">
                <a:latin typeface="Arial MT"/>
                <a:cs typeface="Arial MT"/>
              </a:rPr>
              <a:t>Anexo 1.</a:t>
            </a:r>
            <a:endParaRPr lang="es-MX" sz="2000">
              <a:latin typeface="Arial MT"/>
              <a:cs typeface="Arial M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2727C10-45FF-7C47-9704-80B6EBCDA0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02082" y="606941"/>
            <a:ext cx="4101783" cy="53466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91DD13B-0C20-3142-927D-26180EE488D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6545" y="1418898"/>
            <a:ext cx="1815992" cy="92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314772"/>
      </p:ext>
    </p:extLst>
  </p:cSld>
  <p:clrMapOvr>
    <a:masterClrMapping/>
  </p:clrMapOvr>
</p:sld>
</file>

<file path=ppt/theme/theme1.xml><?xml version="1.0" encoding="utf-8"?>
<a:theme xmlns:a="http://schemas.openxmlformats.org/drawingml/2006/main" name="5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7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9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16534</TotalTime>
  <Words>810</Words>
  <Application>Microsoft Macintosh PowerPoint</Application>
  <PresentationFormat>Presentación en pantalla (4:3)</PresentationFormat>
  <Paragraphs>105</Paragraphs>
  <Slides>13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13</vt:i4>
      </vt:variant>
    </vt:vector>
  </HeadingPairs>
  <TitlesOfParts>
    <vt:vector size="26" baseType="lpstr">
      <vt:lpstr>Arial</vt:lpstr>
      <vt:lpstr>Arial MT</vt:lpstr>
      <vt:lpstr>Calibri</vt:lpstr>
      <vt:lpstr>Calibri Light</vt:lpstr>
      <vt:lpstr>Gotham Bold</vt:lpstr>
      <vt:lpstr>Gotham Medium</vt:lpstr>
      <vt:lpstr>Helvetica Neue</vt:lpstr>
      <vt:lpstr>HelveticaNeueLT Std</vt:lpstr>
      <vt:lpstr>HelveticaNeueLT Std Blk</vt:lpstr>
      <vt:lpstr>5_Tema de Office</vt:lpstr>
      <vt:lpstr>3_Tema de Office</vt:lpstr>
      <vt:lpstr>7_Tema de Office</vt:lpstr>
      <vt:lpstr>9_Tema de Office</vt:lpstr>
      <vt:lpstr>Tercera Sesión Ordinaria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Carlos Uriel Molina Villegas</cp:lastModifiedBy>
  <cp:revision>821</cp:revision>
  <cp:lastPrinted>2022-05-11T16:04:26Z</cp:lastPrinted>
  <dcterms:created xsi:type="dcterms:W3CDTF">2016-09-27T18:25:28Z</dcterms:created>
  <dcterms:modified xsi:type="dcterms:W3CDTF">2023-07-07T21:44:56Z</dcterms:modified>
</cp:coreProperties>
</file>